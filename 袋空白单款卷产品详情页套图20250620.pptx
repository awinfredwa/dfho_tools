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9" r:id="rId2"/>
    <p:sldId id="271" r:id="rId3"/>
    <p:sldId id="274" r:id="rId4"/>
    <p:sldId id="275" r:id="rId5"/>
    <p:sldId id="273" r:id="rId6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8"/>
    <a:srgbClr val="F9D574"/>
    <a:srgbClr val="995F32"/>
    <a:srgbClr val="866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6" autoAdjust="0"/>
    <p:restoredTop sz="96699" autoAdjust="0"/>
  </p:normalViewPr>
  <p:slideViewPr>
    <p:cSldViewPr snapToGrid="0">
      <p:cViewPr varScale="1">
        <p:scale>
          <a:sx n="98" d="100"/>
          <a:sy n="98" d="100"/>
        </p:scale>
        <p:origin x="27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00CBD-AB4F-495F-8AB7-7ACBB9CAE89D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3437D-AE09-4900-AA61-88892A951D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1pPr>
    <a:lvl2pPr marL="43561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2pPr>
    <a:lvl3pPr marL="87122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3pPr>
    <a:lvl4pPr marL="130619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4pPr>
    <a:lvl5pPr marL="174180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5pPr>
    <a:lvl6pPr marL="217741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6pPr>
    <a:lvl7pPr marL="261302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7pPr>
    <a:lvl8pPr marL="3048635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8pPr>
    <a:lvl9pPr marL="3483610" algn="l" defTabSz="871220" rtl="0" eaLnBrk="1" latinLnBrk="0" hangingPunct="1">
      <a:defRPr sz="114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812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205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3437D-AE09-4900-AA61-88892A951D2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967BA-080F-4186-B318-C2E21DB377F3}" type="datetimeFigureOut">
              <a:rPr lang="zh-CN" altLang="en-US" smtClean="0"/>
              <a:t>2025/7/7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3C686-4F68-4A76-87CB-B648F873E7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10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slideLayout" Target="../slideLayouts/slideLayout1.xml"/><Relationship Id="rId33" Type="http://schemas.openxmlformats.org/officeDocument/2006/relationships/image" Target="../media/image9.jp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image" Target="../media/image7.jpeg"/><Relationship Id="rId30" Type="http://schemas.openxmlformats.org/officeDocument/2006/relationships/image" Target="../media/image4.png"/><Relationship Id="rId35" Type="http://schemas.openxmlformats.org/officeDocument/2006/relationships/image" Target="../media/image11.png"/><Relationship Id="rId8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7.jpeg"/><Relationship Id="rId5" Type="http://schemas.openxmlformats.org/officeDocument/2006/relationships/image" Target="../media/image14.png"/><Relationship Id="rId15" Type="http://schemas.openxmlformats.org/officeDocument/2006/relationships/image" Target="../media/image2.png"/><Relationship Id="rId10" Type="http://schemas.openxmlformats.org/officeDocument/2006/relationships/image" Target="../media/image19.jpeg"/><Relationship Id="rId4" Type="http://schemas.openxmlformats.org/officeDocument/2006/relationships/image" Target="../media/image13.png"/><Relationship Id="rId9" Type="http://schemas.openxmlformats.org/officeDocument/2006/relationships/image" Target="../media/image18.jpeg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D:/0340百度/新建文件夹/BaiduSyncdisk/公司数据库/外贸用图/蜂蜡布/款式大图/BW-V1613.jpgBW-V1613"/>
          <p:cNvPicPr>
            <a:picLocks noChangeAspect="1"/>
          </p:cNvPicPr>
          <p:nvPr/>
        </p:nvPicPr>
        <p:blipFill>
          <a:blip r:embed="rId2"/>
          <a:srcRect l="9820" r="9820"/>
          <a:stretch>
            <a:fillRect/>
          </a:stretch>
        </p:blipFill>
        <p:spPr>
          <a:xfrm>
            <a:off x="769049" y="1364412"/>
            <a:ext cx="3150000" cy="4157751"/>
          </a:xfrm>
          <a:prstGeom prst="rect">
            <a:avLst/>
          </a:prstGeom>
        </p:spPr>
      </p:pic>
      <p:pic>
        <p:nvPicPr>
          <p:cNvPr id="21" name="图片 20" descr="蜂蜡袋空白模板25x33cm-效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49" y="1364412"/>
            <a:ext cx="3148730" cy="4158386"/>
          </a:xfrm>
          <a:prstGeom prst="rect">
            <a:avLst/>
          </a:prstGeom>
        </p:spPr>
      </p:pic>
      <p:pic>
        <p:nvPicPr>
          <p:cNvPr id="26" name="图片 25" descr="D:/0340百度/新建文件夹/BaiduSyncdisk/公司数据库/外贸用图/蜂蜡布/款式大图/BW-V1613.jpgBW-V1613"/>
          <p:cNvPicPr>
            <a:picLocks noChangeAspect="1"/>
          </p:cNvPicPr>
          <p:nvPr/>
        </p:nvPicPr>
        <p:blipFill>
          <a:blip r:embed="rId2"/>
          <a:srcRect l="12876" t="-8" r="19630" b="9095"/>
          <a:stretch>
            <a:fillRect/>
          </a:stretch>
        </p:blipFill>
        <p:spPr>
          <a:xfrm>
            <a:off x="2999740" y="2140585"/>
            <a:ext cx="2646045" cy="3780155"/>
          </a:xfrm>
          <a:prstGeom prst="rect">
            <a:avLst/>
          </a:prstGeom>
        </p:spPr>
      </p:pic>
      <p:pic>
        <p:nvPicPr>
          <p:cNvPr id="19" name="图片 18" descr="蜂蜡袋空白模板21x30cm-效果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508" y="2119933"/>
            <a:ext cx="2645410" cy="37807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626783" y="2003049"/>
            <a:ext cx="125059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MEDIUM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</a:p>
          <a:p>
            <a:r>
              <a:rPr lang="en-US" altLang="zh-CN" sz="1400" dirty="0"/>
              <a:t>8</a:t>
            </a:r>
            <a:r>
              <a:rPr lang="zh-CN" altLang="en-US" sz="1400" dirty="0"/>
              <a:t>” X </a:t>
            </a:r>
            <a:r>
              <a:rPr lang="en-US" sz="1400" dirty="0"/>
              <a:t>12</a:t>
            </a:r>
            <a:r>
              <a:rPr lang="zh-CN" altLang="en-US" sz="1400" dirty="0"/>
              <a:t>”  </a:t>
            </a:r>
            <a:endParaRPr lang="en-US" altLang="zh-CN" sz="1400" dirty="0"/>
          </a:p>
          <a:p>
            <a:r>
              <a:rPr lang="zh-CN" altLang="en-US" sz="1400" dirty="0"/>
              <a:t>2</a:t>
            </a:r>
            <a:r>
              <a:rPr lang="en-US" altLang="zh-CN" sz="1400" dirty="0"/>
              <a:t>1</a:t>
            </a:r>
            <a:r>
              <a:rPr lang="zh-CN" altLang="en-US" sz="1400" dirty="0"/>
              <a:t> X </a:t>
            </a:r>
            <a:r>
              <a:rPr lang="en-US" sz="1400" dirty="0"/>
              <a:t>30</a:t>
            </a:r>
            <a:r>
              <a:rPr lang="zh-CN" altLang="en-US" sz="1400" dirty="0"/>
              <a:t>CM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917780" y="1271092"/>
            <a:ext cx="1033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LARGE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10</a:t>
            </a:r>
            <a:r>
              <a:rPr lang="zh-CN" altLang="en-US" sz="1400" dirty="0"/>
              <a:t>” X </a:t>
            </a:r>
            <a:r>
              <a:rPr lang="zh-CN" altLang="en-US" sz="1400" dirty="0">
                <a:sym typeface="+mn-ea"/>
              </a:rPr>
              <a:t>13</a:t>
            </a:r>
            <a:r>
              <a:rPr lang="zh-CN" altLang="en-US" sz="1400" dirty="0"/>
              <a:t>”  </a:t>
            </a:r>
            <a:endParaRPr lang="en-US" altLang="zh-CN" sz="1400" dirty="0"/>
          </a:p>
          <a:p>
            <a:r>
              <a:rPr lang="en-US" altLang="zh-CN" sz="1400" dirty="0"/>
              <a:t>25</a:t>
            </a:r>
            <a:r>
              <a:rPr lang="zh-CN" altLang="en-US" sz="1400" dirty="0"/>
              <a:t> X </a:t>
            </a:r>
            <a:r>
              <a:rPr lang="en-US" altLang="zh-CN" sz="1400" dirty="0"/>
              <a:t>33</a:t>
            </a:r>
            <a:r>
              <a:rPr lang="zh-CN" altLang="en-US" sz="1400" dirty="0"/>
              <a:t>CM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434580" y="6057641"/>
            <a:ext cx="2005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SMALL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7</a:t>
            </a:r>
            <a:r>
              <a:rPr lang="zh-CN" altLang="en-US" sz="1400" dirty="0"/>
              <a:t>” X 8”   </a:t>
            </a:r>
            <a:r>
              <a:rPr lang="en-US" altLang="zh-CN" sz="1400" dirty="0"/>
              <a:t>18</a:t>
            </a:r>
            <a:r>
              <a:rPr lang="zh-CN" altLang="en-US" sz="1400" dirty="0"/>
              <a:t> X 2</a:t>
            </a:r>
            <a:r>
              <a:rPr lang="en-US" altLang="zh-CN" sz="1400" dirty="0"/>
              <a:t>0</a:t>
            </a:r>
            <a:r>
              <a:rPr lang="zh-CN" altLang="en-US" sz="1400" dirty="0"/>
              <a:t>CM</a:t>
            </a:r>
          </a:p>
        </p:txBody>
      </p:sp>
      <p:pic>
        <p:nvPicPr>
          <p:cNvPr id="23" name="图片 22" descr="D:/0340百度/新建文件夹/BaiduSyncdisk/公司数据库/外贸用图/蜂蜡布/款式大图/BW-V1613.jpgBW-V1613"/>
          <p:cNvPicPr>
            <a:picLocks noChangeAspect="1"/>
          </p:cNvPicPr>
          <p:nvPr/>
        </p:nvPicPr>
        <p:blipFill>
          <a:blip r:embed="rId2"/>
          <a:srcRect l="2280" t="-13" r="39870" b="39414"/>
          <a:stretch>
            <a:fillRect/>
          </a:stretch>
        </p:blipFill>
        <p:spPr>
          <a:xfrm>
            <a:off x="4474210" y="3443605"/>
            <a:ext cx="2268000" cy="2519782"/>
          </a:xfrm>
          <a:prstGeom prst="rect">
            <a:avLst/>
          </a:prstGeom>
        </p:spPr>
      </p:pic>
      <p:pic>
        <p:nvPicPr>
          <p:cNvPr id="18" name="图片 17" descr="蜂蜡袋空白模板18x20cm-效果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210" y="3444240"/>
            <a:ext cx="2267365" cy="25197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2361645"/>
            <a:ext cx="2886004" cy="372038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870D659-3E63-4298-AF7A-0B9B0708E7DA}"/>
              </a:ext>
            </a:extLst>
          </p:cNvPr>
          <p:cNvSpPr txBox="1"/>
          <p:nvPr/>
        </p:nvSpPr>
        <p:spPr>
          <a:xfrm>
            <a:off x="408025" y="594350"/>
            <a:ext cx="4310702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29"/>
              </a:lnSpc>
            </a:pPr>
            <a:r>
              <a:rPr lang="en-US" altLang="zh-CN" sz="3048" b="1" dirty="0">
                <a:solidFill>
                  <a:srgbClr val="995F32"/>
                </a:solidFill>
              </a:rPr>
              <a:t>Beeswax Wrap Bags</a:t>
            </a:r>
            <a:endParaRPr lang="zh-CN" altLang="en-US" sz="3048" b="1" dirty="0">
              <a:solidFill>
                <a:srgbClr val="995F32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520E208-A0DC-40B4-8ED6-9D6DACE554A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25" y="187555"/>
            <a:ext cx="2549275" cy="499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50142" y="3754414"/>
            <a:ext cx="1570528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SMALL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>
                <a:solidFill>
                  <a:srgbClr val="FA7226"/>
                </a:solidFill>
              </a:rPr>
              <a:t>    </a:t>
            </a:r>
            <a:endParaRPr lang="en-US" altLang="zh-CN" sz="1635" dirty="0">
              <a:solidFill>
                <a:srgbClr val="FA7226"/>
              </a:solidFill>
            </a:endParaRPr>
          </a:p>
          <a:p>
            <a:r>
              <a:rPr lang="en-US" altLang="zh-CN" sz="1335" dirty="0"/>
              <a:t>7</a:t>
            </a:r>
            <a:r>
              <a:rPr lang="zh-CN" altLang="en-US" sz="1335" dirty="0"/>
              <a:t>” X 8”    </a:t>
            </a:r>
            <a:r>
              <a:rPr lang="en-US" altLang="zh-CN" sz="1335" dirty="0"/>
              <a:t>18</a:t>
            </a:r>
            <a:r>
              <a:rPr lang="zh-CN" altLang="en-US" sz="1335" dirty="0"/>
              <a:t> X 2</a:t>
            </a:r>
            <a:r>
              <a:rPr lang="en-US" altLang="zh-CN" sz="1335" dirty="0"/>
              <a:t>0</a:t>
            </a:r>
            <a:r>
              <a:rPr lang="zh-CN" altLang="en-US" sz="1335" dirty="0"/>
              <a:t>CM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282793" y="3721148"/>
            <a:ext cx="1744461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MEDIUM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335" dirty="0"/>
              <a:t>10” X 1</a:t>
            </a:r>
            <a:r>
              <a:rPr lang="en-US" altLang="zh-CN" sz="1335" dirty="0"/>
              <a:t>1</a:t>
            </a:r>
            <a:r>
              <a:rPr lang="zh-CN" altLang="en-US" sz="1335" dirty="0"/>
              <a:t>”  25 X 2</a:t>
            </a:r>
            <a:r>
              <a:rPr lang="en-US" altLang="zh-CN" sz="1335" dirty="0"/>
              <a:t>8</a:t>
            </a:r>
            <a:r>
              <a:rPr lang="zh-CN" altLang="en-US" sz="1335" dirty="0"/>
              <a:t>CM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553755" y="3717313"/>
            <a:ext cx="1744462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LARGE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zh-CN" altLang="en-US" sz="1335" dirty="0"/>
              <a:t>13” X 1</a:t>
            </a:r>
            <a:r>
              <a:rPr lang="en-US" altLang="zh-CN" sz="1335" dirty="0"/>
              <a:t>4</a:t>
            </a:r>
            <a:r>
              <a:rPr lang="zh-CN" altLang="en-US" sz="1335" dirty="0"/>
              <a:t>”  </a:t>
            </a:r>
            <a:r>
              <a:rPr lang="en-US" altLang="zh-CN" sz="1335" dirty="0"/>
              <a:t>33</a:t>
            </a:r>
            <a:r>
              <a:rPr lang="zh-CN" altLang="en-US" sz="1335" dirty="0"/>
              <a:t> X </a:t>
            </a:r>
            <a:r>
              <a:rPr lang="en-US" altLang="zh-CN" sz="1335" dirty="0"/>
              <a:t>35</a:t>
            </a:r>
            <a:r>
              <a:rPr lang="zh-CN" altLang="en-US" sz="1335" dirty="0"/>
              <a:t>CM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0142" y="4311465"/>
            <a:ext cx="1570528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35" dirty="0"/>
              <a:t>Perfect for </a:t>
            </a:r>
            <a:r>
              <a:rPr lang="en-US" altLang="zh-CN" sz="1400" b="0" i="0" dirty="0">
                <a:solidFill>
                  <a:srgbClr val="0F1111"/>
                </a:solidFill>
                <a:effectLst/>
                <a:latin typeface="Amazon Ember"/>
              </a:rPr>
              <a:t>Sandwich Bag &amp; Snack Bag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282793" y="4311464"/>
            <a:ext cx="1744461" cy="91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Suitable for </a:t>
            </a:r>
            <a:r>
              <a:rPr lang="en-US" altLang="zh-CN" sz="1335" dirty="0" err="1"/>
              <a:t>wrappingsandwiches,hamburgers</a:t>
            </a:r>
            <a:r>
              <a:rPr lang="en-US" altLang="zh-CN" sz="1335" dirty="0"/>
              <a:t>, cheese, sliced fruit, and more.</a:t>
            </a:r>
            <a:endParaRPr lang="zh-CN" altLang="en-US" sz="1335" dirty="0"/>
          </a:p>
        </p:txBody>
      </p:sp>
      <p:sp>
        <p:nvSpPr>
          <p:cNvPr id="12" name="文本框 11"/>
          <p:cNvSpPr txBox="1"/>
          <p:nvPr/>
        </p:nvSpPr>
        <p:spPr>
          <a:xfrm>
            <a:off x="4553755" y="4194728"/>
            <a:ext cx="2086917" cy="111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35" dirty="0"/>
              <a:t>Ideal for covering a salad bowl, pie dish, or wrapping half a loaf of bread or watermelon, and some large </a:t>
            </a:r>
            <a:r>
              <a:rPr lang="en-US" altLang="zh-CN" sz="1335" dirty="0" err="1"/>
              <a:t>fruitsand</a:t>
            </a:r>
            <a:r>
              <a:rPr lang="en-US" altLang="zh-CN" sz="1335" dirty="0"/>
              <a:t> vegetables.</a:t>
            </a:r>
            <a:endParaRPr lang="zh-CN" altLang="en-US" sz="1335" dirty="0"/>
          </a:p>
        </p:txBody>
      </p:sp>
      <p:grpSp>
        <p:nvGrpSpPr>
          <p:cNvPr id="41" name="组合 40"/>
          <p:cNvGrpSpPr/>
          <p:nvPr/>
        </p:nvGrpSpPr>
        <p:grpSpPr>
          <a:xfrm>
            <a:off x="4333240" y="996388"/>
            <a:ext cx="2226310" cy="2588260"/>
            <a:chOff x="6701" y="1324"/>
            <a:chExt cx="3506" cy="4076"/>
          </a:xfrm>
        </p:grpSpPr>
        <p:grpSp>
          <p:nvGrpSpPr>
            <p:cNvPr id="39" name="组合 38"/>
            <p:cNvGrpSpPr/>
            <p:nvPr/>
          </p:nvGrpSpPr>
          <p:grpSpPr>
            <a:xfrm>
              <a:off x="7481" y="1324"/>
              <a:ext cx="2706" cy="366"/>
              <a:chOff x="7481" y="1324"/>
              <a:chExt cx="2706" cy="366"/>
            </a:xfrm>
          </p:grpSpPr>
          <p:cxnSp>
            <p:nvCxnSpPr>
              <p:cNvPr id="84" name="直接连接符 83"/>
              <p:cNvCxnSpPr/>
              <p:nvPr>
                <p:custDataLst>
                  <p:tags r:id="rId21"/>
                </p:custDataLst>
              </p:nvPr>
            </p:nvCxnSpPr>
            <p:spPr>
              <a:xfrm>
                <a:off x="7481" y="1522"/>
                <a:ext cx="0" cy="16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8" name="组合 37"/>
              <p:cNvGrpSpPr/>
              <p:nvPr/>
            </p:nvGrpSpPr>
            <p:grpSpPr>
              <a:xfrm>
                <a:off x="7481" y="1522"/>
                <a:ext cx="2706" cy="168"/>
                <a:chOff x="7481" y="1522"/>
                <a:chExt cx="3127" cy="168"/>
              </a:xfrm>
            </p:grpSpPr>
            <p:cxnSp>
              <p:nvCxnSpPr>
                <p:cNvPr id="83" name="直接连接符 82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7481" y="1606"/>
                  <a:ext cx="3126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10608" y="1522"/>
                  <a:ext cx="0" cy="168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" name="文本框 85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8564" y="1324"/>
                <a:ext cx="1353" cy="2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60"/>
                  <a:t>25cm</a:t>
                </a:r>
                <a:r>
                  <a:rPr lang="zh-CN" altLang="en-US" sz="760"/>
                  <a:t>（</a:t>
                </a:r>
                <a:r>
                  <a:rPr lang="en-US" altLang="zh-CN" sz="760"/>
                  <a:t>10”</a:t>
                </a:r>
                <a:r>
                  <a:rPr lang="zh-CN" altLang="en-US" sz="760"/>
                  <a:t>）</a:t>
                </a: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6701" y="1800"/>
              <a:ext cx="666" cy="3600"/>
              <a:chOff x="6701" y="1800"/>
              <a:chExt cx="666" cy="3600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7185" y="1800"/>
                <a:ext cx="168" cy="3599"/>
                <a:chOff x="7185" y="2039"/>
                <a:chExt cx="168" cy="3360"/>
              </a:xfrm>
            </p:grpSpPr>
            <p:cxnSp>
              <p:nvCxnSpPr>
                <p:cNvPr id="88" name="直接连接符 87"/>
                <p:cNvCxnSpPr/>
                <p:nvPr>
                  <p:custDataLst>
                    <p:tags r:id="rId19"/>
                  </p:custDataLst>
                </p:nvPr>
              </p:nvCxnSpPr>
              <p:spPr>
                <a:xfrm rot="5400000">
                  <a:off x="5588" y="3719"/>
                  <a:ext cx="3361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/>
                <p:cNvCxnSpPr/>
                <p:nvPr>
                  <p:custDataLst>
                    <p:tags r:id="rId20"/>
                  </p:custDataLst>
                </p:nvPr>
              </p:nvCxnSpPr>
              <p:spPr>
                <a:xfrm rot="5400000">
                  <a:off x="7269" y="1955"/>
                  <a:ext cx="0" cy="168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0" name="直接连接符 89"/>
              <p:cNvCxnSpPr/>
              <p:nvPr>
                <p:custDataLst>
                  <p:tags r:id="rId17"/>
                </p:custDataLst>
              </p:nvPr>
            </p:nvCxnSpPr>
            <p:spPr>
              <a:xfrm rot="5400000">
                <a:off x="7269" y="5316"/>
                <a:ext cx="0" cy="16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1" name="文本框 90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701" y="3304"/>
                <a:ext cx="666" cy="7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/>
                <a:r>
                  <a:rPr lang="en-US" altLang="zh-CN" sz="760"/>
                  <a:t>33cm</a:t>
                </a:r>
              </a:p>
              <a:p>
                <a:pPr algn="ctr"/>
                <a:r>
                  <a:rPr lang="zh-CN" altLang="en-US" sz="760"/>
                  <a:t>（</a:t>
                </a:r>
                <a:r>
                  <a:rPr lang="en-US" altLang="zh-CN" sz="760"/>
                  <a:t>13”</a:t>
                </a:r>
                <a:r>
                  <a:rPr lang="zh-CN" altLang="en-US" sz="760"/>
                  <a:t>）</a:t>
                </a:r>
                <a:r>
                  <a:rPr lang="en-US" altLang="zh-CN" sz="760"/>
                  <a:t> </a:t>
                </a: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7481" y="1799"/>
              <a:ext cx="2726" cy="3600"/>
              <a:chOff x="1363" y="1424"/>
              <a:chExt cx="4961" cy="6549"/>
            </a:xfrm>
          </p:grpSpPr>
          <p:pic>
            <p:nvPicPr>
              <p:cNvPr id="5" name="图片 4" descr="BW-V2021---"/>
              <p:cNvPicPr>
                <a:picLocks noChangeAspect="1"/>
              </p:cNvPicPr>
              <p:nvPr/>
            </p:nvPicPr>
            <p:blipFill>
              <a:blip r:embed="rId27"/>
              <a:srcRect r="24242" b="5757"/>
              <a:stretch>
                <a:fillRect/>
              </a:stretch>
            </p:blipFill>
            <p:spPr>
              <a:xfrm>
                <a:off x="1363" y="1424"/>
                <a:ext cx="4961" cy="6548"/>
              </a:xfrm>
              <a:prstGeom prst="rect">
                <a:avLst/>
              </a:prstGeom>
            </p:spPr>
          </p:pic>
          <p:pic>
            <p:nvPicPr>
              <p:cNvPr id="21" name="图片 20" descr="蜂蜡袋空白模板25x33cm-效果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63" y="1424"/>
                <a:ext cx="4959" cy="6549"/>
              </a:xfrm>
              <a:prstGeom prst="rect">
                <a:avLst/>
              </a:prstGeom>
            </p:spPr>
          </p:pic>
        </p:grpSp>
      </p:grpSp>
      <p:grpSp>
        <p:nvGrpSpPr>
          <p:cNvPr id="35" name="组合 34"/>
          <p:cNvGrpSpPr/>
          <p:nvPr/>
        </p:nvGrpSpPr>
        <p:grpSpPr>
          <a:xfrm>
            <a:off x="2089785" y="1234919"/>
            <a:ext cx="1938020" cy="2369185"/>
            <a:chOff x="2927" y="1669"/>
            <a:chExt cx="3052" cy="3731"/>
          </a:xfrm>
        </p:grpSpPr>
        <p:grpSp>
          <p:nvGrpSpPr>
            <p:cNvPr id="33" name="组合 32"/>
            <p:cNvGrpSpPr/>
            <p:nvPr/>
          </p:nvGrpSpPr>
          <p:grpSpPr>
            <a:xfrm>
              <a:off x="3691" y="1669"/>
              <a:ext cx="2288" cy="366"/>
              <a:chOff x="3691" y="1669"/>
              <a:chExt cx="2288" cy="366"/>
            </a:xfrm>
          </p:grpSpPr>
          <p:cxnSp>
            <p:nvCxnSpPr>
              <p:cNvPr id="74" name="直接连接符 73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3691" y="1867"/>
                <a:ext cx="0" cy="16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1" name="组合 30"/>
              <p:cNvGrpSpPr/>
              <p:nvPr/>
            </p:nvGrpSpPr>
            <p:grpSpPr>
              <a:xfrm>
                <a:off x="3691" y="1867"/>
                <a:ext cx="2288" cy="168"/>
                <a:chOff x="3691" y="1867"/>
                <a:chExt cx="2602" cy="168"/>
              </a:xfrm>
            </p:grpSpPr>
            <p:cxnSp>
              <p:nvCxnSpPr>
                <p:cNvPr id="73" name="直接连接符 72"/>
                <p:cNvCxnSpPr/>
                <p:nvPr>
                  <p:custDataLst>
                    <p:tags r:id="rId15"/>
                  </p:custDataLst>
                </p:nvPr>
              </p:nvCxnSpPr>
              <p:spPr>
                <a:xfrm>
                  <a:off x="3691" y="1951"/>
                  <a:ext cx="2602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/>
                <p:nvPr>
                  <p:custDataLst>
                    <p:tags r:id="rId16"/>
                  </p:custDataLst>
                </p:nvPr>
              </p:nvCxnSpPr>
              <p:spPr>
                <a:xfrm>
                  <a:off x="6293" y="1867"/>
                  <a:ext cx="0" cy="168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6" name="文本框 75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4430" y="1669"/>
                <a:ext cx="1126" cy="27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60" dirty="0"/>
                  <a:t>21cm</a:t>
                </a:r>
                <a:r>
                  <a:rPr lang="zh-CN" altLang="en-US" sz="760" dirty="0"/>
                  <a:t>（</a:t>
                </a:r>
                <a:r>
                  <a:rPr lang="en-US" altLang="zh-CN" sz="760" dirty="0"/>
                  <a:t>8”</a:t>
                </a:r>
                <a:r>
                  <a:rPr lang="zh-CN" altLang="en-US" sz="760" dirty="0"/>
                  <a:t>）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927" y="2126"/>
              <a:ext cx="666" cy="3275"/>
              <a:chOff x="2927" y="2126"/>
              <a:chExt cx="666" cy="3275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3411" y="2126"/>
                <a:ext cx="168" cy="3274"/>
                <a:chOff x="3411" y="2448"/>
                <a:chExt cx="168" cy="2952"/>
              </a:xfrm>
            </p:grpSpPr>
            <p:cxnSp>
              <p:nvCxnSpPr>
                <p:cNvPr id="78" name="直接连接符 77"/>
                <p:cNvCxnSpPr/>
                <p:nvPr>
                  <p:custDataLst>
                    <p:tags r:id="rId11"/>
                  </p:custDataLst>
                </p:nvPr>
              </p:nvCxnSpPr>
              <p:spPr>
                <a:xfrm rot="5400000">
                  <a:off x="2019" y="3924"/>
                  <a:ext cx="2953" cy="0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直接连接符 78"/>
                <p:cNvCxnSpPr/>
                <p:nvPr>
                  <p:custDataLst>
                    <p:tags r:id="rId12"/>
                  </p:custDataLst>
                </p:nvPr>
              </p:nvCxnSpPr>
              <p:spPr>
                <a:xfrm rot="5400000">
                  <a:off x="3495" y="2364"/>
                  <a:ext cx="0" cy="168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直接连接符 79"/>
              <p:cNvCxnSpPr/>
              <p:nvPr>
                <p:custDataLst>
                  <p:tags r:id="rId9"/>
                </p:custDataLst>
              </p:nvPr>
            </p:nvCxnSpPr>
            <p:spPr>
              <a:xfrm rot="5400000">
                <a:off x="3495" y="5317"/>
                <a:ext cx="0" cy="168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1" name="文本框 8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927" y="3560"/>
                <a:ext cx="666" cy="62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l"/>
                <a:r>
                  <a:rPr lang="en-US" altLang="zh-CN" sz="760" dirty="0"/>
                  <a:t>30cm</a:t>
                </a:r>
              </a:p>
              <a:p>
                <a:pPr algn="ctr"/>
                <a:r>
                  <a:rPr lang="zh-CN" altLang="en-US" sz="760" dirty="0"/>
                  <a:t>（</a:t>
                </a:r>
                <a:r>
                  <a:rPr lang="en-US" altLang="zh-CN" sz="760" dirty="0"/>
                  <a:t>12”</a:t>
                </a:r>
                <a:r>
                  <a:rPr lang="zh-CN" altLang="en-US" sz="760" dirty="0"/>
                  <a:t>）</a:t>
                </a:r>
                <a:r>
                  <a:rPr lang="en-US" altLang="zh-CN" sz="760" dirty="0"/>
                  <a:t> 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690" y="2125"/>
              <a:ext cx="2288" cy="3274"/>
              <a:chOff x="5041" y="3366"/>
              <a:chExt cx="4167" cy="5954"/>
            </a:xfrm>
          </p:grpSpPr>
          <p:pic>
            <p:nvPicPr>
              <p:cNvPr id="8" name="图片 7" descr="BW-V2021---"/>
              <p:cNvPicPr>
                <a:picLocks noChangeAspect="1"/>
              </p:cNvPicPr>
              <p:nvPr/>
            </p:nvPicPr>
            <p:blipFill>
              <a:blip r:embed="rId27"/>
              <a:srcRect r="36366" b="14330"/>
              <a:stretch>
                <a:fillRect/>
              </a:stretch>
            </p:blipFill>
            <p:spPr>
              <a:xfrm>
                <a:off x="5041" y="3367"/>
                <a:ext cx="4167" cy="5953"/>
              </a:xfrm>
              <a:prstGeom prst="rect">
                <a:avLst/>
              </a:prstGeom>
            </p:spPr>
          </p:pic>
          <p:pic>
            <p:nvPicPr>
              <p:cNvPr id="14" name="图片 13" descr="蜂蜡袋空白模板21x30cm-效果图"/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42" y="3366"/>
                <a:ext cx="4166" cy="5954"/>
              </a:xfrm>
              <a:prstGeom prst="rect">
                <a:avLst/>
              </a:prstGeom>
            </p:spPr>
          </p:pic>
        </p:grpSp>
      </p:grpSp>
      <p:grpSp>
        <p:nvGrpSpPr>
          <p:cNvPr id="42" name="组合 41"/>
          <p:cNvGrpSpPr/>
          <p:nvPr/>
        </p:nvGrpSpPr>
        <p:grpSpPr>
          <a:xfrm>
            <a:off x="48260" y="1918179"/>
            <a:ext cx="1736090" cy="1685290"/>
            <a:chOff x="-47" y="2745"/>
            <a:chExt cx="2734" cy="2654"/>
          </a:xfrm>
        </p:grpSpPr>
        <p:grpSp>
          <p:nvGrpSpPr>
            <p:cNvPr id="62" name="组合 61"/>
            <p:cNvGrpSpPr/>
            <p:nvPr/>
          </p:nvGrpSpPr>
          <p:grpSpPr>
            <a:xfrm>
              <a:off x="712" y="2745"/>
              <a:ext cx="1963" cy="366"/>
              <a:chOff x="747" y="2922"/>
              <a:chExt cx="2061" cy="384"/>
            </a:xfrm>
          </p:grpSpPr>
          <p:cxnSp>
            <p:nvCxnSpPr>
              <p:cNvPr id="68" name="直接连接符 67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/>
              <p:cNvCxnSpPr/>
              <p:nvPr>
                <p:custDataLst>
                  <p:tags r:id="rId7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1" name="文本框 70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08" y="2922"/>
                <a:ext cx="975" cy="2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760" dirty="0"/>
                  <a:t>18cm</a:t>
                </a:r>
                <a:r>
                  <a:rPr lang="zh-CN" altLang="en-US" sz="760" dirty="0"/>
                  <a:t>（</a:t>
                </a:r>
                <a:r>
                  <a:rPr lang="en-US" altLang="zh-CN" sz="760" dirty="0"/>
                  <a:t>7”</a:t>
                </a:r>
                <a:r>
                  <a:rPr lang="zh-CN" altLang="en-US" sz="760" dirty="0"/>
                  <a:t>）</a:t>
                </a: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 rot="5400000">
              <a:off x="-812" y="3956"/>
              <a:ext cx="2197" cy="666"/>
              <a:chOff x="747" y="3122"/>
              <a:chExt cx="2061" cy="699"/>
            </a:xfrm>
          </p:grpSpPr>
          <p:cxnSp>
            <p:nvCxnSpPr>
              <p:cNvPr id="64" name="直接连接符 63"/>
              <p:cNvCxnSpPr/>
              <p:nvPr>
                <p:custDataLst>
                  <p:tags r:id="rId1"/>
                </p:custDataLst>
              </p:nvPr>
            </p:nvCxnSpPr>
            <p:spPr>
              <a:xfrm>
                <a:off x="747" y="3218"/>
                <a:ext cx="2061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747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>
                <p:custDataLst>
                  <p:tags r:id="rId3"/>
                </p:custDataLst>
              </p:nvPr>
            </p:nvCxnSpPr>
            <p:spPr>
              <a:xfrm>
                <a:off x="2808" y="3130"/>
                <a:ext cx="0" cy="176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7" name="文本框 66"/>
              <p:cNvSpPr txBox="1"/>
              <p:nvPr>
                <p:custDataLst>
                  <p:tags r:id="rId4"/>
                </p:custDataLst>
              </p:nvPr>
            </p:nvSpPr>
            <p:spPr>
              <a:xfrm rot="16200000">
                <a:off x="1390" y="3255"/>
                <a:ext cx="699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760"/>
                  <a:t>20cm</a:t>
                </a:r>
              </a:p>
              <a:p>
                <a:pPr algn="ctr"/>
                <a:r>
                  <a:rPr lang="zh-CN" altLang="en-US" sz="760"/>
                  <a:t>（</a:t>
                </a:r>
                <a:r>
                  <a:rPr lang="en-US" altLang="zh-CN" sz="760"/>
                  <a:t>8”</a:t>
                </a:r>
                <a:r>
                  <a:rPr lang="zh-CN" altLang="en-US" sz="760"/>
                  <a:t>）</a:t>
                </a:r>
                <a:r>
                  <a:rPr lang="en-US" altLang="zh-CN" sz="760"/>
                  <a:t> </a:t>
                </a: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727" y="3217"/>
              <a:ext cx="1961" cy="2182"/>
              <a:chOff x="7046" y="5063"/>
              <a:chExt cx="3572" cy="3969"/>
            </a:xfrm>
          </p:grpSpPr>
          <p:pic>
            <p:nvPicPr>
              <p:cNvPr id="16" name="图片 15" descr="BW-V2021---"/>
              <p:cNvPicPr>
                <a:picLocks noChangeAspect="1"/>
              </p:cNvPicPr>
              <p:nvPr/>
            </p:nvPicPr>
            <p:blipFill>
              <a:blip r:embed="rId27"/>
              <a:srcRect r="45457" b="42887"/>
              <a:stretch>
                <a:fillRect/>
              </a:stretch>
            </p:blipFill>
            <p:spPr>
              <a:xfrm>
                <a:off x="7046" y="5063"/>
                <a:ext cx="3572" cy="3969"/>
              </a:xfrm>
              <a:prstGeom prst="rect">
                <a:avLst/>
              </a:prstGeom>
            </p:spPr>
          </p:pic>
          <p:pic>
            <p:nvPicPr>
              <p:cNvPr id="17" name="图片 16" descr="蜂蜡袋空白模板18x20cm-效果图"/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046" y="5064"/>
                <a:ext cx="3571" cy="3968"/>
              </a:xfrm>
              <a:prstGeom prst="rect">
                <a:avLst/>
              </a:prstGeom>
            </p:spPr>
          </p:pic>
        </p:grp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06DD76C0-A1C9-4392-8441-1CC2A15A4E60}"/>
              </a:ext>
            </a:extLst>
          </p:cNvPr>
          <p:cNvSpPr txBox="1"/>
          <p:nvPr/>
        </p:nvSpPr>
        <p:spPr>
          <a:xfrm>
            <a:off x="408025" y="594350"/>
            <a:ext cx="4310702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29"/>
              </a:lnSpc>
            </a:pPr>
            <a:r>
              <a:rPr lang="en-US" altLang="zh-CN" sz="3048" b="1" dirty="0">
                <a:solidFill>
                  <a:srgbClr val="995F32"/>
                </a:solidFill>
              </a:rPr>
              <a:t>Beeswax Wrap Bags</a:t>
            </a:r>
            <a:endParaRPr lang="zh-CN" altLang="en-US" sz="3048" b="1" dirty="0">
              <a:solidFill>
                <a:srgbClr val="995F32"/>
              </a:solidFill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E001ED0E-E934-46D0-A016-690F2E080585}"/>
              </a:ext>
            </a:extLst>
          </p:cNvPr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25" y="187555"/>
            <a:ext cx="2549275" cy="499402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9136BD1E-DFB3-4E5D-901E-0F151ADF8970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91" t="22822" b="35469"/>
          <a:stretch/>
        </p:blipFill>
        <p:spPr>
          <a:xfrm>
            <a:off x="273612" y="5607429"/>
            <a:ext cx="837729" cy="549125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DD1FD03C-254C-48AB-87FD-12EF3EF81F9A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7" t="56835" r="52949" b="1"/>
          <a:stretch/>
        </p:blipFill>
        <p:spPr>
          <a:xfrm>
            <a:off x="1055366" y="5607429"/>
            <a:ext cx="686722" cy="671828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F8CB4085-EBD3-46B0-813D-661EFABE3DC4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27" t="27728" r="50027" b="66766"/>
          <a:stretch/>
        </p:blipFill>
        <p:spPr>
          <a:xfrm>
            <a:off x="3260590" y="5572262"/>
            <a:ext cx="691654" cy="709164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A4D46E8A-6CE9-4B4D-91FE-F782C8EBE02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37" t="20767" r="7074" b="71921"/>
          <a:stretch/>
        </p:blipFill>
        <p:spPr>
          <a:xfrm>
            <a:off x="4855158" y="5358650"/>
            <a:ext cx="1403313" cy="905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5AC91B5-0D9D-4460-86AE-F16DFDD6C89C}"/>
              </a:ext>
            </a:extLst>
          </p:cNvPr>
          <p:cNvPicPr>
            <a:picLocks noChangeAspect="1"/>
          </p:cNvPicPr>
          <p:nvPr/>
        </p:nvPicPr>
        <p:blipFill rotWithShape="1"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8" t="34380" r="56836" b="26429"/>
          <a:stretch/>
        </p:blipFill>
        <p:spPr>
          <a:xfrm>
            <a:off x="2442227" y="5583081"/>
            <a:ext cx="686722" cy="680569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8B9B1EF2-205B-415D-BC82-0A8F6039C5DB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25" y="5116609"/>
            <a:ext cx="642840" cy="4953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>
            <a:extLst>
              <a:ext uri="{FF2B5EF4-FFF2-40B4-BE49-F238E27FC236}">
                <a16:creationId xmlns:a16="http://schemas.microsoft.com/office/drawing/2014/main" id="{FA820B10-73B1-4079-A7B2-969D1C89D07C}"/>
              </a:ext>
            </a:extLst>
          </p:cNvPr>
          <p:cNvSpPr/>
          <p:nvPr/>
        </p:nvSpPr>
        <p:spPr>
          <a:xfrm>
            <a:off x="3757676" y="288711"/>
            <a:ext cx="2439500" cy="2439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FECA466-D5F3-4116-8CB5-92B2EE80CF02}"/>
              </a:ext>
            </a:extLst>
          </p:cNvPr>
          <p:cNvGrpSpPr/>
          <p:nvPr/>
        </p:nvGrpSpPr>
        <p:grpSpPr>
          <a:xfrm>
            <a:off x="80823" y="5581238"/>
            <a:ext cx="3688986" cy="1018228"/>
            <a:chOff x="165633" y="5757421"/>
            <a:chExt cx="3688986" cy="101822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3FAF783-B1B9-432D-9843-853E3C8A2261}"/>
                </a:ext>
              </a:extLst>
            </p:cNvPr>
            <p:cNvSpPr txBox="1"/>
            <p:nvPr/>
          </p:nvSpPr>
          <p:spPr>
            <a:xfrm>
              <a:off x="165633" y="6402567"/>
              <a:ext cx="1380483" cy="343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34" b="1" dirty="0">
                  <a:solidFill>
                    <a:schemeClr val="accent6">
                      <a:lumMod val="75000"/>
                    </a:schemeClr>
                  </a:solidFill>
                </a:rPr>
                <a:t>Compostable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8C87C0C-7660-43EC-BD99-21BE6FE4C862}"/>
                </a:ext>
              </a:extLst>
            </p:cNvPr>
            <p:cNvSpPr txBox="1"/>
            <p:nvPr/>
          </p:nvSpPr>
          <p:spPr>
            <a:xfrm>
              <a:off x="2662579" y="6431837"/>
              <a:ext cx="1192040" cy="343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34" b="1" dirty="0">
                  <a:solidFill>
                    <a:schemeClr val="accent6">
                      <a:lumMod val="75000"/>
                    </a:schemeClr>
                  </a:solidFill>
                </a:rPr>
                <a:t>Sustainable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B42F8B5-D399-44AD-92EE-7610A898C53B}"/>
                </a:ext>
              </a:extLst>
            </p:cNvPr>
            <p:cNvSpPr txBox="1"/>
            <p:nvPr/>
          </p:nvSpPr>
          <p:spPr>
            <a:xfrm>
              <a:off x="1502843" y="6414573"/>
              <a:ext cx="1127842" cy="3438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34" b="1" dirty="0" err="1">
                  <a:solidFill>
                    <a:schemeClr val="accent6">
                      <a:lumMod val="75000"/>
                    </a:schemeClr>
                  </a:solidFill>
                </a:rPr>
                <a:t>Reuseable</a:t>
              </a:r>
              <a:endParaRPr lang="en-US" altLang="zh-CN" sz="1634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6071ECE-A615-4DA1-8CFC-B0E508BD07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651"/>
            <a:stretch/>
          </p:blipFill>
          <p:spPr>
            <a:xfrm>
              <a:off x="1427675" y="5757421"/>
              <a:ext cx="1159736" cy="760198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3D8A203-ED7F-4D31-A2D8-B40D298C42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288"/>
            <a:stretch/>
          </p:blipFill>
          <p:spPr>
            <a:xfrm>
              <a:off x="360849" y="5762666"/>
              <a:ext cx="1006594" cy="760198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396143C-0F0C-47EB-9CF3-882E762C5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524"/>
            <a:stretch/>
          </p:blipFill>
          <p:spPr>
            <a:xfrm>
              <a:off x="2697515" y="5757421"/>
              <a:ext cx="917351" cy="760198"/>
            </a:xfrm>
            <a:prstGeom prst="rect">
              <a:avLst/>
            </a:prstGeom>
          </p:spPr>
        </p:pic>
      </p:grpSp>
      <p:sp>
        <p:nvSpPr>
          <p:cNvPr id="30" name="椭圆 29">
            <a:extLst>
              <a:ext uri="{FF2B5EF4-FFF2-40B4-BE49-F238E27FC236}">
                <a16:creationId xmlns:a16="http://schemas.microsoft.com/office/drawing/2014/main" id="{BD9253ED-BD81-4D17-93ED-D3E753867EBA}"/>
              </a:ext>
            </a:extLst>
          </p:cNvPr>
          <p:cNvSpPr/>
          <p:nvPr/>
        </p:nvSpPr>
        <p:spPr>
          <a:xfrm>
            <a:off x="319408" y="1079391"/>
            <a:ext cx="3195003" cy="31950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C0A9646-0F67-43C8-85A4-C5BAF04B509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8" t="14359" r="38547" b="62176"/>
          <a:stretch/>
        </p:blipFill>
        <p:spPr>
          <a:xfrm>
            <a:off x="9049400" y="4980298"/>
            <a:ext cx="1613348" cy="61490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6E587978-CA48-4335-90A1-B84666322E5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0" t="23949" r="75400" b="49324"/>
          <a:stretch/>
        </p:blipFill>
        <p:spPr>
          <a:xfrm>
            <a:off x="1101050" y="1356895"/>
            <a:ext cx="1607546" cy="89444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439C559-4A71-453A-A49D-2A50AF53027E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66" b="69481"/>
          <a:stretch/>
        </p:blipFill>
        <p:spPr>
          <a:xfrm>
            <a:off x="8897545" y="3500221"/>
            <a:ext cx="1840256" cy="107886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183C4F3D-4EF1-42B1-89BA-4731B9D356E0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6" t="15929" r="37898" b="57506"/>
          <a:stretch/>
        </p:blipFill>
        <p:spPr>
          <a:xfrm>
            <a:off x="8769203" y="5871891"/>
            <a:ext cx="2033082" cy="93909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0957FBF-5590-40D6-814B-F2CF7E6AC4F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10" b="72587"/>
          <a:stretch/>
        </p:blipFill>
        <p:spPr>
          <a:xfrm>
            <a:off x="4211649" y="556163"/>
            <a:ext cx="1589493" cy="759048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BFDA9C35-CA8E-4D78-B34A-D6D6FE6827E5}"/>
              </a:ext>
            </a:extLst>
          </p:cNvPr>
          <p:cNvSpPr/>
          <p:nvPr/>
        </p:nvSpPr>
        <p:spPr>
          <a:xfrm>
            <a:off x="3724303" y="3834836"/>
            <a:ext cx="2439500" cy="2439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EA0FB1C-2480-4035-B392-CBADA9A6032A}"/>
              </a:ext>
            </a:extLst>
          </p:cNvPr>
          <p:cNvGrpSpPr/>
          <p:nvPr/>
        </p:nvGrpSpPr>
        <p:grpSpPr>
          <a:xfrm>
            <a:off x="4370097" y="4589365"/>
            <a:ext cx="1245235" cy="1385570"/>
            <a:chOff x="7046" y="5063"/>
            <a:chExt cx="3572" cy="3969"/>
          </a:xfrm>
        </p:grpSpPr>
        <p:pic>
          <p:nvPicPr>
            <p:cNvPr id="44" name="图片 43" descr="BW-V2021---">
              <a:extLst>
                <a:ext uri="{FF2B5EF4-FFF2-40B4-BE49-F238E27FC236}">
                  <a16:creationId xmlns:a16="http://schemas.microsoft.com/office/drawing/2014/main" id="{4DB3C7D4-E4D2-4823-B49A-017585DDB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45457" b="42887"/>
            <a:stretch>
              <a:fillRect/>
            </a:stretch>
          </p:blipFill>
          <p:spPr>
            <a:xfrm>
              <a:off x="7046" y="5063"/>
              <a:ext cx="3572" cy="3969"/>
            </a:xfrm>
            <a:prstGeom prst="rect">
              <a:avLst/>
            </a:prstGeom>
          </p:spPr>
        </p:pic>
        <p:pic>
          <p:nvPicPr>
            <p:cNvPr id="45" name="图片 44" descr="蜂蜡袋空白模板18x20cm-效果图">
              <a:extLst>
                <a:ext uri="{FF2B5EF4-FFF2-40B4-BE49-F238E27FC236}">
                  <a16:creationId xmlns:a16="http://schemas.microsoft.com/office/drawing/2014/main" id="{5499B636-40AD-4DC9-AA97-A75A5D070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46" y="5064"/>
              <a:ext cx="3571" cy="3968"/>
            </a:xfrm>
            <a:prstGeom prst="rect">
              <a:avLst/>
            </a:prstGeom>
          </p:spPr>
        </p:pic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3838441F-E168-42B7-ADA8-0D0E2787B38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39" b="83819"/>
          <a:stretch/>
        </p:blipFill>
        <p:spPr>
          <a:xfrm>
            <a:off x="4433522" y="4071143"/>
            <a:ext cx="1318189" cy="517146"/>
          </a:xfrm>
          <a:prstGeom prst="rect">
            <a:avLst/>
          </a:prstGeom>
        </p:spPr>
      </p:pic>
      <p:grpSp>
        <p:nvGrpSpPr>
          <p:cNvPr id="57" name="组合 56">
            <a:extLst>
              <a:ext uri="{FF2B5EF4-FFF2-40B4-BE49-F238E27FC236}">
                <a16:creationId xmlns:a16="http://schemas.microsoft.com/office/drawing/2014/main" id="{68247E88-8F1D-4B15-91E2-6EAE823CB8D8}"/>
              </a:ext>
            </a:extLst>
          </p:cNvPr>
          <p:cNvGrpSpPr/>
          <p:nvPr/>
        </p:nvGrpSpPr>
        <p:grpSpPr>
          <a:xfrm>
            <a:off x="4319078" y="1241708"/>
            <a:ext cx="1452880" cy="2078990"/>
            <a:chOff x="5041" y="3366"/>
            <a:chExt cx="4167" cy="5954"/>
          </a:xfrm>
        </p:grpSpPr>
        <p:pic>
          <p:nvPicPr>
            <p:cNvPr id="58" name="图片 57" descr="BW-V2021---">
              <a:extLst>
                <a:ext uri="{FF2B5EF4-FFF2-40B4-BE49-F238E27FC236}">
                  <a16:creationId xmlns:a16="http://schemas.microsoft.com/office/drawing/2014/main" id="{3643164C-922E-4165-9622-AA02B438C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36366" b="14330"/>
            <a:stretch>
              <a:fillRect/>
            </a:stretch>
          </p:blipFill>
          <p:spPr>
            <a:xfrm>
              <a:off x="5041" y="3367"/>
              <a:ext cx="4167" cy="5953"/>
            </a:xfrm>
            <a:prstGeom prst="rect">
              <a:avLst/>
            </a:prstGeom>
          </p:spPr>
        </p:pic>
        <p:pic>
          <p:nvPicPr>
            <p:cNvPr id="59" name="图片 58" descr="蜂蜡袋空白模板21x30cm-效果图">
              <a:extLst>
                <a:ext uri="{FF2B5EF4-FFF2-40B4-BE49-F238E27FC236}">
                  <a16:creationId xmlns:a16="http://schemas.microsoft.com/office/drawing/2014/main" id="{070E0420-9BBD-42E0-87E8-5DDBC6527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042" y="3366"/>
              <a:ext cx="4166" cy="5954"/>
            </a:xfrm>
            <a:prstGeom prst="rect">
              <a:avLst/>
            </a:prstGeom>
          </p:spPr>
        </p:pic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EFEB8CD1-14EF-4FAB-AA05-AA9DE2290667}"/>
              </a:ext>
            </a:extLst>
          </p:cNvPr>
          <p:cNvSpPr txBox="1"/>
          <p:nvPr/>
        </p:nvSpPr>
        <p:spPr>
          <a:xfrm>
            <a:off x="4322737" y="6188711"/>
            <a:ext cx="1570528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SMALL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>
                <a:solidFill>
                  <a:srgbClr val="FA7226"/>
                </a:solidFill>
              </a:rPr>
              <a:t>    </a:t>
            </a:r>
            <a:endParaRPr lang="en-US" altLang="zh-CN" sz="1635" dirty="0">
              <a:solidFill>
                <a:srgbClr val="FA7226"/>
              </a:solidFill>
            </a:endParaRPr>
          </a:p>
          <a:p>
            <a:r>
              <a:rPr lang="en-US" altLang="zh-CN" sz="1335" dirty="0"/>
              <a:t>7</a:t>
            </a:r>
            <a:r>
              <a:rPr lang="zh-CN" altLang="en-US" sz="1335" dirty="0"/>
              <a:t>” X 8”    </a:t>
            </a:r>
            <a:r>
              <a:rPr lang="en-US" altLang="zh-CN" sz="1335" dirty="0"/>
              <a:t>18</a:t>
            </a:r>
            <a:r>
              <a:rPr lang="zh-CN" altLang="en-US" sz="1335" dirty="0"/>
              <a:t> X 2</a:t>
            </a:r>
            <a:r>
              <a:rPr lang="en-US" altLang="zh-CN" sz="1335" dirty="0"/>
              <a:t>0</a:t>
            </a:r>
            <a:r>
              <a:rPr lang="zh-CN" altLang="en-US" sz="1335" dirty="0"/>
              <a:t>CM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42DC190-6EC6-4A3C-A624-2EE866148B7C}"/>
              </a:ext>
            </a:extLst>
          </p:cNvPr>
          <p:cNvSpPr txBox="1"/>
          <p:nvPr/>
        </p:nvSpPr>
        <p:spPr>
          <a:xfrm>
            <a:off x="4484414" y="3294361"/>
            <a:ext cx="1744461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MEDIUM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335" dirty="0"/>
              <a:t>10” X 1</a:t>
            </a:r>
            <a:r>
              <a:rPr lang="en-US" altLang="zh-CN" sz="1335" dirty="0"/>
              <a:t>1</a:t>
            </a:r>
            <a:r>
              <a:rPr lang="zh-CN" altLang="en-US" sz="1335" dirty="0"/>
              <a:t>”  25 X 2</a:t>
            </a:r>
            <a:r>
              <a:rPr lang="en-US" altLang="zh-CN" sz="1335" dirty="0"/>
              <a:t>8</a:t>
            </a:r>
            <a:r>
              <a:rPr lang="zh-CN" altLang="en-US" sz="1335" dirty="0"/>
              <a:t>CM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9CBECE81-17D4-4936-B6D3-69A210FD095F}"/>
              </a:ext>
            </a:extLst>
          </p:cNvPr>
          <p:cNvGrpSpPr/>
          <p:nvPr/>
        </p:nvGrpSpPr>
        <p:grpSpPr>
          <a:xfrm>
            <a:off x="1051754" y="2194755"/>
            <a:ext cx="1731010" cy="2286000"/>
            <a:chOff x="1363" y="1424"/>
            <a:chExt cx="4961" cy="6549"/>
          </a:xfrm>
        </p:grpSpPr>
        <p:pic>
          <p:nvPicPr>
            <p:cNvPr id="76" name="图片 75" descr="BW-V2021---">
              <a:extLst>
                <a:ext uri="{FF2B5EF4-FFF2-40B4-BE49-F238E27FC236}">
                  <a16:creationId xmlns:a16="http://schemas.microsoft.com/office/drawing/2014/main" id="{86DFF7A2-BE6B-4D17-A1F8-9989F09E9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24242" b="5757"/>
            <a:stretch>
              <a:fillRect/>
            </a:stretch>
          </p:blipFill>
          <p:spPr>
            <a:xfrm>
              <a:off x="1363" y="1424"/>
              <a:ext cx="4961" cy="6548"/>
            </a:xfrm>
            <a:prstGeom prst="rect">
              <a:avLst/>
            </a:prstGeom>
          </p:spPr>
        </p:pic>
        <p:pic>
          <p:nvPicPr>
            <p:cNvPr id="77" name="图片 76" descr="蜂蜡袋空白模板25x33cm-效果">
              <a:extLst>
                <a:ext uri="{FF2B5EF4-FFF2-40B4-BE49-F238E27FC236}">
                  <a16:creationId xmlns:a16="http://schemas.microsoft.com/office/drawing/2014/main" id="{55FEFECE-8DEF-4C5E-8E74-35AC71145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363" y="1424"/>
              <a:ext cx="4959" cy="6549"/>
            </a:xfrm>
            <a:prstGeom prst="rect">
              <a:avLst/>
            </a:prstGeom>
          </p:spPr>
        </p:pic>
      </p:grpSp>
      <p:sp>
        <p:nvSpPr>
          <p:cNvPr id="88" name="文本框 87">
            <a:extLst>
              <a:ext uri="{FF2B5EF4-FFF2-40B4-BE49-F238E27FC236}">
                <a16:creationId xmlns:a16="http://schemas.microsoft.com/office/drawing/2014/main" id="{8F29CB18-A35E-450F-B982-5C8090537F87}"/>
              </a:ext>
            </a:extLst>
          </p:cNvPr>
          <p:cNvSpPr txBox="1"/>
          <p:nvPr/>
        </p:nvSpPr>
        <p:spPr>
          <a:xfrm>
            <a:off x="964134" y="4551898"/>
            <a:ext cx="1744462" cy="549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35" b="1" dirty="0">
                <a:solidFill>
                  <a:srgbClr val="FA7226"/>
                </a:solidFill>
              </a:rPr>
              <a:t>LARGE </a:t>
            </a:r>
            <a:r>
              <a:rPr lang="en-US" altLang="zh-CN" sz="1635" b="1" dirty="0">
                <a:solidFill>
                  <a:srgbClr val="FA7226"/>
                </a:solidFill>
              </a:rPr>
              <a:t>:</a:t>
            </a:r>
            <a:r>
              <a:rPr lang="zh-CN" altLang="en-US" sz="1635" dirty="0"/>
              <a:t>  </a:t>
            </a:r>
            <a:endParaRPr lang="en-US" altLang="zh-CN" sz="1635" dirty="0"/>
          </a:p>
          <a:p>
            <a:r>
              <a:rPr lang="zh-CN" altLang="en-US" sz="1335" dirty="0"/>
              <a:t>13” X 1</a:t>
            </a:r>
            <a:r>
              <a:rPr lang="en-US" altLang="zh-CN" sz="1335" dirty="0"/>
              <a:t>4</a:t>
            </a:r>
            <a:r>
              <a:rPr lang="zh-CN" altLang="en-US" sz="1335" dirty="0"/>
              <a:t>”  </a:t>
            </a:r>
            <a:r>
              <a:rPr lang="en-US" altLang="zh-CN" sz="1335" dirty="0"/>
              <a:t>33</a:t>
            </a:r>
            <a:r>
              <a:rPr lang="zh-CN" altLang="en-US" sz="1335" dirty="0"/>
              <a:t> X </a:t>
            </a:r>
            <a:r>
              <a:rPr lang="en-US" altLang="zh-CN" sz="1335" dirty="0"/>
              <a:t>35</a:t>
            </a:r>
            <a:r>
              <a:rPr lang="zh-CN" altLang="en-US" sz="1335" dirty="0"/>
              <a:t>CM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51BE0AE-7E37-40B6-BD5B-B7C2DFF62AE7}"/>
              </a:ext>
            </a:extLst>
          </p:cNvPr>
          <p:cNvSpPr txBox="1"/>
          <p:nvPr/>
        </p:nvSpPr>
        <p:spPr>
          <a:xfrm>
            <a:off x="408025" y="594350"/>
            <a:ext cx="4310702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29"/>
              </a:lnSpc>
            </a:pPr>
            <a:r>
              <a:rPr lang="en-US" altLang="zh-CN" sz="3048" b="1" dirty="0">
                <a:solidFill>
                  <a:srgbClr val="995F32"/>
                </a:solidFill>
              </a:rPr>
              <a:t>Beeswax Wrap Bags</a:t>
            </a:r>
            <a:endParaRPr lang="zh-CN" altLang="en-US" sz="3048" b="1" dirty="0">
              <a:solidFill>
                <a:srgbClr val="995F32"/>
              </a:solidFill>
            </a:endParaRP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68083473-1059-45A2-A99C-5582C21403C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25" y="187555"/>
            <a:ext cx="2549275" cy="499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4203446" y="1084271"/>
            <a:ext cx="1840255" cy="184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99A696F-CC93-42A0-89A6-C77DE1297D58}"/>
              </a:ext>
            </a:extLst>
          </p:cNvPr>
          <p:cNvSpPr/>
          <p:nvPr/>
        </p:nvSpPr>
        <p:spPr>
          <a:xfrm>
            <a:off x="4203446" y="3740983"/>
            <a:ext cx="1840255" cy="184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D9253ED-BD81-4D17-93ED-D3E753867EBA}"/>
              </a:ext>
            </a:extLst>
          </p:cNvPr>
          <p:cNvSpPr/>
          <p:nvPr/>
        </p:nvSpPr>
        <p:spPr>
          <a:xfrm>
            <a:off x="646905" y="2452153"/>
            <a:ext cx="1840255" cy="184025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35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6F30AA6-C881-4CA2-AED6-839A0D594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2" name="图片 31" descr="D:/0340百度/新建文件夹/BaiduSyncdisk/公司数据库/外贸用图/蜂蜡布/款式大图/BW-V1613.jpgBW-V1613">
            <a:extLst>
              <a:ext uri="{FF2B5EF4-FFF2-40B4-BE49-F238E27FC236}">
                <a16:creationId xmlns:a16="http://schemas.microsoft.com/office/drawing/2014/main" id="{8EF12EDF-B76A-4ED4-8D6C-64A5491DA6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876" t="-8" r="19630" b="9095"/>
          <a:stretch>
            <a:fillRect/>
          </a:stretch>
        </p:blipFill>
        <p:spPr>
          <a:xfrm>
            <a:off x="488276" y="4129083"/>
            <a:ext cx="1476711" cy="2109638"/>
          </a:xfrm>
          <a:prstGeom prst="rect">
            <a:avLst/>
          </a:prstGeom>
        </p:spPr>
      </p:pic>
      <p:pic>
        <p:nvPicPr>
          <p:cNvPr id="33" name="图片 32" descr="蜂蜡袋空白模板21x30cm-效果图">
            <a:extLst>
              <a:ext uri="{FF2B5EF4-FFF2-40B4-BE49-F238E27FC236}">
                <a16:creationId xmlns:a16="http://schemas.microsoft.com/office/drawing/2014/main" id="{B1119F84-9392-4BCA-9264-80F7ED343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5" y="4129083"/>
            <a:ext cx="1476711" cy="210963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B33183D-5D5D-4350-AD54-38BC4A4F8E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72" y="137911"/>
            <a:ext cx="2549275" cy="4994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E7A64CF-B4F3-4A72-BB6D-A51704D879D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938" b="31727" l="73895" r="98789">
                        <a14:foregroundMark x1="77347" y1="21739" x2="84010" y2="27497"/>
                        <a14:foregroundMark x1="84010" y1="27497" x2="92308" y2="17391"/>
                        <a14:foregroundMark x1="92308" y1="17391" x2="92974" y2="29260"/>
                        <a14:foregroundMark x1="93640" y1="13278" x2="96124" y2="27615"/>
                        <a14:foregroundMark x1="96124" y1="27615" x2="88552" y2="26439"/>
                        <a14:foregroundMark x1="92126" y1="15746" x2="97093" y2="25147"/>
                        <a14:foregroundMark x1="97093" y1="25147" x2="93822" y2="30317"/>
                        <a14:foregroundMark x1="75651" y1="22327" x2="77468" y2="28672"/>
                        <a14:foregroundMark x1="75106" y1="22327" x2="78740" y2="28672"/>
                        <a14:foregroundMark x1="75772" y1="25969" x2="74803" y2="28437"/>
                        <a14:foregroundMark x1="75106" y1="25969" x2="75106" y2="25969"/>
                        <a14:foregroundMark x1="75106" y1="27262" x2="77347" y2="29495"/>
                        <a14:foregroundMark x1="74258" y1="27027" x2="80618" y2="30317"/>
                        <a14:foregroundMark x1="95639" y1="8813" x2="91944" y2="18801"/>
                        <a14:foregroundMark x1="96487" y1="7168" x2="96063" y2="23737"/>
                        <a14:foregroundMark x1="96669" y1="7521" x2="91157" y2="16804"/>
                        <a14:foregroundMark x1="91157" y1="16804" x2="90551" y2="18801"/>
                        <a14:foregroundMark x1="96063" y1="7521" x2="97820" y2="24794"/>
                        <a14:foregroundMark x1="97820" y1="24794" x2="90127" y2="31375"/>
                        <a14:foregroundMark x1="90127" y1="31375" x2="89582" y2="17156"/>
                        <a14:foregroundMark x1="89582" y1="17156" x2="90551" y2="16804"/>
                        <a14:foregroundMark x1="91823" y1="13514" x2="96911" y2="22092"/>
                        <a14:foregroundMark x1="92247" y1="14101" x2="94670" y2="8578"/>
                        <a14:foregroundMark x1="93519" y1="11046" x2="95942" y2="7168"/>
                        <a14:foregroundMark x1="95639" y1="7521" x2="98789" y2="17979"/>
                        <a14:foregroundMark x1="95215" y1="7991" x2="96911" y2="24677"/>
                        <a14:foregroundMark x1="96911" y1="24677" x2="95215" y2="30317"/>
                        <a14:foregroundMark x1="89945" y1="28085" x2="92368" y2="27850"/>
                        <a14:foregroundMark x1="74379" y1="16804" x2="75530" y2="23384"/>
                        <a14:foregroundMark x1="73955" y1="27615" x2="76620" y2="30552"/>
                        <a14:foregroundMark x1="74076" y1="27027" x2="78619" y2="29730"/>
                        <a14:foregroundMark x1="74258" y1="27262" x2="75227" y2="30317"/>
                        <a14:foregroundMark x1="74500" y1="28085" x2="74803" y2="31140"/>
                        <a14:foregroundMark x1="77347" y1="31727" x2="78619" y2="31727"/>
                        <a14:foregroundMark x1="76923" y1="29730" x2="78498" y2="297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3166" b="69481"/>
          <a:stretch/>
        </p:blipFill>
        <p:spPr>
          <a:xfrm>
            <a:off x="608062" y="3284066"/>
            <a:ext cx="1476711" cy="86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3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5" y="3472852"/>
            <a:ext cx="6797028" cy="1678953"/>
          </a:xfrm>
          <a:prstGeom prst="rect">
            <a:avLst/>
          </a:prstGeom>
        </p:spPr>
      </p:pic>
      <p:sp>
        <p:nvSpPr>
          <p:cNvPr id="20" name="标题 30"/>
          <p:cNvSpPr txBox="1"/>
          <p:nvPr/>
        </p:nvSpPr>
        <p:spPr>
          <a:xfrm>
            <a:off x="1512620" y="357110"/>
            <a:ext cx="4083137" cy="658522"/>
          </a:xfrm>
          <a:prstGeom prst="rect">
            <a:avLst/>
          </a:prstGeom>
        </p:spPr>
        <p:txBody>
          <a:bodyPr vert="horz" lIns="87105" tIns="43552" rIns="87105" bIns="43552" rtlCol="0" anchor="b">
            <a:noAutofit/>
          </a:bodyPr>
          <a:lstStyle>
            <a:defPPr>
              <a:defRPr lang="zh-CN"/>
            </a:defPPr>
            <a:lvl1pPr algn="ctr" defTabSz="7200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715" dirty="0"/>
              <a:t>PRODUCT MATERIALS &amp; BENEFITS</a:t>
            </a:r>
            <a:endParaRPr lang="zh-CN" altLang="en-US" sz="1715" dirty="0"/>
          </a:p>
        </p:txBody>
      </p:sp>
      <p:grpSp>
        <p:nvGrpSpPr>
          <p:cNvPr id="8" name="组合 7"/>
          <p:cNvGrpSpPr/>
          <p:nvPr/>
        </p:nvGrpSpPr>
        <p:grpSpPr>
          <a:xfrm>
            <a:off x="282692" y="1482148"/>
            <a:ext cx="6249056" cy="1765372"/>
            <a:chOff x="296761" y="1167854"/>
            <a:chExt cx="6560062" cy="1853232"/>
          </a:xfrm>
        </p:grpSpPr>
        <p:pic>
          <p:nvPicPr>
            <p:cNvPr id="21" name="图片占位符 5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96761" y="1167854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sp>
          <p:nvSpPr>
            <p:cNvPr id="23" name="文本占位符 2"/>
            <p:cNvSpPr txBox="1"/>
            <p:nvPr/>
          </p:nvSpPr>
          <p:spPr>
            <a:xfrm>
              <a:off x="617573" y="2685040"/>
              <a:ext cx="6239250" cy="336046"/>
            </a:xfrm>
            <a:prstGeom prst="rect">
              <a:avLst/>
            </a:prstGeom>
          </p:spPr>
          <p:txBody>
            <a:bodyPr rtlCol="0">
              <a:normAutofit/>
            </a:bodyPr>
            <a:lstStyle>
              <a:defPPr>
                <a:defRPr lang="zh-CN"/>
              </a:defPPr>
              <a:lvl1pPr marL="179705" indent="-179705" algn="l" defTabSz="720090" rtl="0" eaLnBrk="1" latinLnBrk="0" hangingPunct="1">
                <a:lnSpc>
                  <a:spcPct val="90000"/>
                </a:lnSpc>
                <a:spcBef>
                  <a:spcPts val="785"/>
                </a:spcBef>
                <a:buFont typeface="Arial" panose="020B0604020202020204" pitchFamily="34" charset="0"/>
                <a:buChar char="•"/>
                <a:defRPr sz="220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3975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8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9979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57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5984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1988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7993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3997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99385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059430" indent="-179705" algn="l" defTabSz="720090" rtl="0" eaLnBrk="1" latinLnBrk="0" hangingPunct="1">
                <a:lnSpc>
                  <a:spcPct val="90000"/>
                </a:lnSpc>
                <a:spcBef>
                  <a:spcPts val="395"/>
                </a:spcBef>
                <a:buFont typeface="Arial" panose="020B0604020202020204" pitchFamily="34" charset="0"/>
                <a:buChar char="•"/>
                <a:defRPr sz="1415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Cotton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		  </a:t>
              </a: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Beeswax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	        </a:t>
              </a:r>
              <a:r>
                <a:rPr lang="en-US" altLang="zh-CN" sz="1335" kern="0" dirty="0">
                  <a:solidFill>
                    <a:srgbClr val="37415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Jojoba </a:t>
              </a:r>
              <a:r>
                <a:rPr lang="zh-CN" altLang="en-US" sz="1335" dirty="0">
                  <a:latin typeface="Arial" panose="020B0604020202020204" pitchFamily="34" charset="0"/>
                  <a:cs typeface="Arial" panose="020B0604020202020204" pitchFamily="34" charset="0"/>
                </a:rPr>
                <a:t>Oi</a:t>
              </a:r>
              <a:r>
                <a:rPr lang="en-US" altLang="zh-CN" sz="1335" dirty="0">
                  <a:latin typeface="Arial" panose="020B0604020202020204" pitchFamily="34" charset="0"/>
                  <a:cs typeface="Arial" panose="020B0604020202020204" pitchFamily="34" charset="0"/>
                </a:rPr>
                <a:t>l	            Tree Resin</a:t>
              </a:r>
              <a:endParaRPr lang="zh-CN" altLang="en-US" sz="1335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" name="图片占位符 51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968803" y="1180576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pic>
          <p:nvPicPr>
            <p:cNvPr id="30" name="图片占位符 48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3640845" y="1167854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  <p:pic>
          <p:nvPicPr>
            <p:cNvPr id="33" name="图片占位符 45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5312887" y="1180576"/>
              <a:ext cx="1543936" cy="1370584"/>
            </a:xfrm>
            <a:prstGeom prst="hexagon">
              <a:avLst>
                <a:gd name="adj" fmla="val 28349"/>
                <a:gd name="vf" fmla="val 115470"/>
              </a:avLst>
            </a:prstGeom>
          </p:spPr>
        </p:pic>
      </p:grpSp>
      <p:sp>
        <p:nvSpPr>
          <p:cNvPr id="36" name="标题 7"/>
          <p:cNvSpPr txBox="1"/>
          <p:nvPr/>
        </p:nvSpPr>
        <p:spPr>
          <a:xfrm>
            <a:off x="419027" y="961404"/>
            <a:ext cx="6219507" cy="585230"/>
          </a:xfrm>
          <a:prstGeom prst="rect">
            <a:avLst/>
          </a:prstGeom>
        </p:spPr>
        <p:txBody>
          <a:bodyPr vert="horz" lIns="87105" tIns="43552" rIns="87105" bIns="43552" rtlCol="0" anchor="ctr">
            <a:no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4400" b="1" kern="1200">
                <a:solidFill>
                  <a:schemeClr val="accent6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3050" dirty="0">
                <a:solidFill>
                  <a:srgbClr val="995F3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From Nature, For Nature</a:t>
            </a:r>
            <a:endParaRPr lang="en-US" sz="3050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标题 37"/>
          <p:cNvSpPr txBox="1"/>
          <p:nvPr/>
        </p:nvSpPr>
        <p:spPr>
          <a:xfrm>
            <a:off x="2099391" y="3123450"/>
            <a:ext cx="2659218" cy="539022"/>
          </a:xfrm>
          <a:prstGeom prst="rect">
            <a:avLst/>
          </a:prstGeom>
        </p:spPr>
        <p:txBody>
          <a:bodyPr vert="horz" lIns="87105" tIns="43552" rIns="87105" bIns="43552" rtlCol="0" anchor="b">
            <a:normAutofit/>
          </a:bodyPr>
          <a:lstStyle>
            <a:defPPr>
              <a:defRPr lang="zh-CN"/>
            </a:defPPr>
            <a:lvl1pPr algn="ctr" defTabSz="72009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2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050" b="1" dirty="0">
                <a:solidFill>
                  <a:srgbClr val="995F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&amp; CARE</a:t>
            </a:r>
            <a:endParaRPr lang="zh-CN" altLang="en-US" sz="3050" b="1" dirty="0">
              <a:solidFill>
                <a:srgbClr val="995F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51635" y="5015290"/>
            <a:ext cx="6633202" cy="160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35" dirty="0">
                <a:latin typeface="+mj-lt"/>
              </a:rPr>
              <a:t>     Use your hands to fold a wrap over your food or container and seal with gentle pressure. The warmth of your hands will form a tight seal. </a:t>
            </a:r>
          </a:p>
          <a:p>
            <a:r>
              <a:rPr lang="en-US" altLang="zh-CN" sz="1635" dirty="0">
                <a:latin typeface="+mj-lt"/>
              </a:rPr>
              <a:t>     Rinse the wrap with cool or lukewarm water and dish soap, using a cloth or sponge to wipe it down like you would with dishes. Then rinse off. </a:t>
            </a:r>
          </a:p>
          <a:p>
            <a:r>
              <a:rPr lang="en-US" altLang="zh-CN" sz="1635" dirty="0">
                <a:latin typeface="+mj-lt"/>
              </a:rPr>
              <a:t>     After washing, air dry the beeswax wraps. Store them in a dry place with your other wraps, and they'll be ready for reuse.</a:t>
            </a:r>
            <a:endParaRPr lang="zh-CN" altLang="en-US" sz="1635" dirty="0">
              <a:latin typeface="+mj-lt"/>
            </a:endParaRPr>
          </a:p>
        </p:txBody>
      </p:sp>
      <p:sp>
        <p:nvSpPr>
          <p:cNvPr id="46" name="任意多边形：形状 5"/>
          <p:cNvSpPr/>
          <p:nvPr/>
        </p:nvSpPr>
        <p:spPr>
          <a:xfrm>
            <a:off x="263271" y="5091803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7" name="任意多边形：形状 5"/>
          <p:cNvSpPr/>
          <p:nvPr/>
        </p:nvSpPr>
        <p:spPr>
          <a:xfrm>
            <a:off x="263270" y="5601934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8" name="任意多边形：形状 5"/>
          <p:cNvSpPr/>
          <p:nvPr/>
        </p:nvSpPr>
        <p:spPr>
          <a:xfrm>
            <a:off x="282693" y="6106665"/>
            <a:ext cx="155755" cy="176510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rgbClr val="F9D574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</a:lstStyle>
          <a:p>
            <a:pPr algn="ctr" defTabSz="871220">
              <a:defRPr lang="zh-CN"/>
            </a:pPr>
            <a:endParaRPr lang="zh-CN" altLang="en-US" kern="0" dirty="0">
              <a:solidFill>
                <a:srgbClr val="F7D95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4CAD916-5D44-4C91-BD7B-8EC3172103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33" y="241502"/>
            <a:ext cx="2549275" cy="49940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0.4162992125984,&quot;left&quot;:-0.6,&quot;top&quot;:76.31551181102363,&quot;width&quot;:562.35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307</Words>
  <Application>Microsoft Office PowerPoint</Application>
  <PresentationFormat>自定义</PresentationFormat>
  <Paragraphs>49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Amazon Ember</vt:lpstr>
      <vt:lpstr>Microsoft YaHei UI</vt:lpstr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fangfang deng</cp:lastModifiedBy>
  <cp:revision>103</cp:revision>
  <dcterms:created xsi:type="dcterms:W3CDTF">2025-01-16T08:31:00Z</dcterms:created>
  <dcterms:modified xsi:type="dcterms:W3CDTF">2025-07-07T05:07:07Z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848D0D3EF2EA4199986052690A87F3F9_13</vt:lpwstr>
  </property>
  <property fmtid="{D5CDD505-2E9C-101B-9397-08002B2CF9AE}" pid="3" name="KSOProductBuildVer">
    <vt:lpwstr>2052-12.1.0.21171</vt:lpwstr>
  </property>
</Properties>
</file>