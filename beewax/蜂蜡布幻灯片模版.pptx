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2" r:id="rId3"/>
    <p:sldId id="276" r:id="rId4"/>
    <p:sldId id="271" r:id="rId5"/>
    <p:sldId id="270" r:id="rId6"/>
    <p:sldId id="275" r:id="rId8"/>
    <p:sldId id="274" r:id="rId9"/>
    <p:sldId id="258" r:id="rId10"/>
    <p:sldId id="272" r:id="rId11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574"/>
    <a:srgbClr val="995F32"/>
    <a:srgbClr val="866953"/>
    <a:srgbClr val="FDF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2" autoAdjust="0"/>
    <p:restoredTop sz="96699" autoAdjust="0"/>
  </p:normalViewPr>
  <p:slideViewPr>
    <p:cSldViewPr snapToGrid="0">
      <p:cViewPr varScale="1">
        <p:scale>
          <a:sx n="112" d="100"/>
          <a:sy n="112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1pPr>
    <a:lvl2pPr marL="435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2pPr>
    <a:lvl3pPr marL="87122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3pPr>
    <a:lvl4pPr marL="130619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4pPr>
    <a:lvl5pPr marL="174180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5pPr>
    <a:lvl6pPr marL="217741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302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4863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83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17.jpeg"/><Relationship Id="rId37" Type="http://schemas.openxmlformats.org/officeDocument/2006/relationships/image" Target="../media/image16.jpeg"/><Relationship Id="rId36" Type="http://schemas.openxmlformats.org/officeDocument/2006/relationships/image" Target="../media/image15.jpeg"/><Relationship Id="rId35" Type="http://schemas.openxmlformats.org/officeDocument/2006/relationships/image" Target="../media/image14.png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image" Target="../media/image11.png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10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3322"/>
            <a:ext cx="6858000" cy="89839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72397" y="5862211"/>
            <a:ext cx="6685603" cy="103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50" dirty="0"/>
              <a:t>Bee</a:t>
            </a:r>
            <a:r>
              <a:rPr lang="en-US" altLang="zh-CN" sz="3050" dirty="0"/>
              <a:t>wax</a:t>
            </a:r>
            <a:r>
              <a:rPr lang="zh-CN" altLang="en-US" sz="3050" dirty="0"/>
              <a:t> Wrap makes it easy to cut down on plastic and store food sustainably</a:t>
            </a:r>
            <a:endParaRPr lang="zh-CN" altLang="en-US" sz="3050" dirty="0"/>
          </a:p>
        </p:txBody>
      </p:sp>
      <p:sp>
        <p:nvSpPr>
          <p:cNvPr id="13" name="矩形 12"/>
          <p:cNvSpPr/>
          <p:nvPr/>
        </p:nvSpPr>
        <p:spPr>
          <a:xfrm>
            <a:off x="-1" y="5752554"/>
            <a:ext cx="6858001" cy="1135805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4" name="1-3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80" t="58461" r="10501" b="12427"/>
          <a:stretch>
            <a:fillRect/>
          </a:stretch>
        </p:blipFill>
        <p:spPr>
          <a:xfrm>
            <a:off x="2435860" y="3642360"/>
            <a:ext cx="1665605" cy="1583690"/>
          </a:xfrm>
          <a:prstGeom prst="rect">
            <a:avLst/>
          </a:prstGeom>
        </p:spPr>
      </p:pic>
      <p:pic>
        <p:nvPicPr>
          <p:cNvPr id="3" name="1-2M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47" t="12579" r="18825" b="58751"/>
          <a:stretch>
            <a:fillRect/>
          </a:stretch>
        </p:blipFill>
        <p:spPr>
          <a:xfrm>
            <a:off x="-36195" y="3049905"/>
            <a:ext cx="1718310" cy="2618105"/>
          </a:xfrm>
          <a:prstGeom prst="rect">
            <a:avLst/>
          </a:prstGeom>
        </p:spPr>
      </p:pic>
      <p:pic>
        <p:nvPicPr>
          <p:cNvPr id="18" name="top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791" y="3735145"/>
            <a:ext cx="970551" cy="1169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1-1L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" t="27675" r="53169" b="28768"/>
          <a:stretch>
            <a:fillRect/>
          </a:stretch>
        </p:blipFill>
        <p:spPr>
          <a:xfrm>
            <a:off x="457200" y="-300990"/>
            <a:ext cx="4692015" cy="3858895"/>
          </a:xfrm>
          <a:prstGeom prst="rect">
            <a:avLst/>
          </a:prstGeom>
        </p:spPr>
      </p:pic>
      <p:pic>
        <p:nvPicPr>
          <p:cNvPr id="9" name="top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9589">
            <a:off x="1643895" y="344513"/>
            <a:ext cx="2468340" cy="2746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-1L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7201" b="10588"/>
          <a:stretch>
            <a:fillRect/>
          </a:stretch>
        </p:blipFill>
        <p:spPr>
          <a:xfrm>
            <a:off x="273107" y="201966"/>
            <a:ext cx="4193800" cy="4359531"/>
          </a:xfrm>
          <a:prstGeom prst="rect">
            <a:avLst/>
          </a:prstGeom>
        </p:spPr>
      </p:pic>
      <p:pic>
        <p:nvPicPr>
          <p:cNvPr id="13" name="2-2M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3139227" y="1668212"/>
            <a:ext cx="3078882" cy="3080546"/>
          </a:xfrm>
          <a:prstGeom prst="rect">
            <a:avLst/>
          </a:prstGeom>
        </p:spPr>
      </p:pic>
      <p:pic>
        <p:nvPicPr>
          <p:cNvPr id="14" name="2-3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80287" y="3170872"/>
            <a:ext cx="2203394" cy="247315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779302" y="1029969"/>
            <a:ext cx="180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endParaRPr lang="en-US" altLang="zh-CN" b="1" dirty="0">
              <a:solidFill>
                <a:srgbClr val="FA7226"/>
              </a:solidFill>
            </a:endParaRPr>
          </a:p>
          <a:p>
            <a:r>
              <a:rPr lang="zh-CN" altLang="en-US" sz="1400" dirty="0"/>
              <a:t>10” X 1</a:t>
            </a:r>
            <a:r>
              <a:rPr lang="en-US" altLang="zh-CN" sz="1400" dirty="0"/>
              <a:t>1</a:t>
            </a:r>
            <a:r>
              <a:rPr lang="zh-CN" altLang="en-US" sz="1400" dirty="0"/>
              <a:t>”  25 X 2</a:t>
            </a:r>
            <a:r>
              <a:rPr lang="en-US" altLang="zh-CN" sz="1400" dirty="0"/>
              <a:t>8</a:t>
            </a:r>
            <a:r>
              <a:rPr lang="zh-CN" altLang="en-US" sz="1400" dirty="0"/>
              <a:t>CM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4755359" y="86198"/>
            <a:ext cx="192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sz="1400" dirty="0"/>
              <a:t>13” X 1</a:t>
            </a:r>
            <a:r>
              <a:rPr lang="en-US" altLang="zh-CN" sz="1400" dirty="0"/>
              <a:t>4</a:t>
            </a:r>
            <a:r>
              <a:rPr lang="zh-CN" altLang="en-US" sz="1400" dirty="0"/>
              <a:t>”  </a:t>
            </a:r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35</a:t>
            </a:r>
            <a:r>
              <a:rPr lang="zh-CN" altLang="en-US" sz="1400" dirty="0"/>
              <a:t>CM</a:t>
            </a:r>
            <a:endParaRPr lang="zh-CN" altLang="en-US" sz="1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4779302" y="5828031"/>
            <a:ext cx="166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  <a:endParaRPr lang="zh-CN" altLang="en-US" sz="1400" dirty="0"/>
          </a:p>
        </p:txBody>
      </p:sp>
      <p:pic>
        <p:nvPicPr>
          <p:cNvPr id="6" name="top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5" y="1880590"/>
            <a:ext cx="2886004" cy="3720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50142" y="3637678"/>
            <a:ext cx="1570528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sp>
        <p:nvSpPr>
          <p:cNvPr id="18" name="文本框 17"/>
          <p:cNvSpPr txBox="1"/>
          <p:nvPr/>
        </p:nvSpPr>
        <p:spPr>
          <a:xfrm>
            <a:off x="2282793" y="3604412"/>
            <a:ext cx="1744461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endParaRPr lang="en-US" altLang="zh-CN" sz="1635" b="1" dirty="0">
              <a:solidFill>
                <a:srgbClr val="FA7226"/>
              </a:solidFill>
            </a:endParaRP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sp>
        <p:nvSpPr>
          <p:cNvPr id="19" name="文本框 18"/>
          <p:cNvSpPr txBox="1"/>
          <p:nvPr/>
        </p:nvSpPr>
        <p:spPr>
          <a:xfrm>
            <a:off x="4553755" y="3600577"/>
            <a:ext cx="1744462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sp>
        <p:nvSpPr>
          <p:cNvPr id="9" name="文本框 8"/>
          <p:cNvSpPr txBox="1"/>
          <p:nvPr/>
        </p:nvSpPr>
        <p:spPr>
          <a:xfrm>
            <a:off x="350142" y="4194729"/>
            <a:ext cx="1570528" cy="11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35" dirty="0"/>
              <a:t>Perfect for wrapping half an onion, avocado, lemon, ginger, garlic, orsnacks to go.</a:t>
            </a:r>
            <a:endParaRPr lang="zh-CN" altLang="en-US" sz="1335" dirty="0"/>
          </a:p>
        </p:txBody>
      </p:sp>
      <p:sp>
        <p:nvSpPr>
          <p:cNvPr id="11" name="文本框 10"/>
          <p:cNvSpPr txBox="1"/>
          <p:nvPr/>
        </p:nvSpPr>
        <p:spPr>
          <a:xfrm>
            <a:off x="2282793" y="4194728"/>
            <a:ext cx="1744461" cy="91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Suitable for </a:t>
            </a:r>
            <a:r>
              <a:rPr lang="en-US" altLang="zh-CN" sz="1335" dirty="0" err="1"/>
              <a:t>wrappingsandwiches,hamburgers</a:t>
            </a:r>
            <a:r>
              <a:rPr lang="en-US" altLang="zh-CN" sz="1335" dirty="0"/>
              <a:t>, cheese, sliced fruit, and more.</a:t>
            </a:r>
            <a:endParaRPr lang="zh-CN" altLang="en-US" sz="1335" dirty="0"/>
          </a:p>
        </p:txBody>
      </p:sp>
      <p:sp>
        <p:nvSpPr>
          <p:cNvPr id="12" name="文本框 11"/>
          <p:cNvSpPr txBox="1"/>
          <p:nvPr/>
        </p:nvSpPr>
        <p:spPr>
          <a:xfrm>
            <a:off x="4553755" y="4194728"/>
            <a:ext cx="2086917" cy="11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Ideal for covering a salad bowl, pie dish, or wrapping half a loaf of bread or watermelon, and some large </a:t>
            </a:r>
            <a:r>
              <a:rPr lang="en-US" altLang="zh-CN" sz="1335" dirty="0" err="1"/>
              <a:t>fruitsand</a:t>
            </a:r>
            <a:r>
              <a:rPr lang="en-US" altLang="zh-CN" sz="1335" dirty="0"/>
              <a:t> vegetables.</a:t>
            </a:r>
            <a:endParaRPr lang="zh-CN" altLang="en-US" sz="1335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37" y="5308458"/>
            <a:ext cx="1570528" cy="135724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793" y="5240493"/>
            <a:ext cx="1744461" cy="150811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507" y="5962890"/>
            <a:ext cx="948550" cy="75189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479" y="5401252"/>
            <a:ext cx="679296" cy="62981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781" y="5240493"/>
            <a:ext cx="1027947" cy="951330"/>
          </a:xfrm>
          <a:prstGeom prst="rect">
            <a:avLst/>
          </a:prstGeom>
        </p:spPr>
      </p:pic>
      <p:grpSp>
        <p:nvGrpSpPr>
          <p:cNvPr id="61" name="组合 60"/>
          <p:cNvGrpSpPr/>
          <p:nvPr>
            <p:custDataLst>
              <p:tags r:id="rId6"/>
            </p:custDataLst>
          </p:nvPr>
        </p:nvGrpSpPr>
        <p:grpSpPr>
          <a:xfrm>
            <a:off x="-7259" y="1766139"/>
            <a:ext cx="1705805" cy="1654389"/>
            <a:chOff x="-12" y="2934"/>
            <a:chExt cx="2820" cy="2735"/>
          </a:xfrm>
        </p:grpSpPr>
        <p:grpSp>
          <p:nvGrpSpPr>
            <p:cNvPr id="62" name="组合 61"/>
            <p:cNvGrpSpPr/>
            <p:nvPr/>
          </p:nvGrpSpPr>
          <p:grpSpPr>
            <a:xfrm>
              <a:off x="747" y="2934"/>
              <a:ext cx="2061" cy="384"/>
              <a:chOff x="747" y="2922"/>
              <a:chExt cx="2061" cy="384"/>
            </a:xfrm>
          </p:grpSpPr>
          <p:cxnSp>
            <p:nvCxnSpPr>
              <p:cNvPr id="68" name="直接连接符 67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1" name="文本框 7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08" y="2922"/>
                <a:ext cx="975" cy="2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60" dirty="0"/>
                  <a:t>18cm</a:t>
                </a:r>
                <a:r>
                  <a:rPr lang="zh-CN" altLang="en-US" sz="760" dirty="0"/>
                  <a:t>（</a:t>
                </a:r>
                <a:r>
                  <a:rPr lang="en-US" altLang="zh-CN" sz="760" dirty="0"/>
                  <a:t>7”</a:t>
                </a:r>
                <a:r>
                  <a:rPr lang="zh-CN" altLang="en-US" sz="760" dirty="0"/>
                  <a:t>）</a:t>
                </a:r>
                <a:endParaRPr lang="zh-CN" altLang="en-US" sz="760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5400000">
              <a:off x="-815" y="4167"/>
              <a:ext cx="2306" cy="699"/>
              <a:chOff x="747" y="3122"/>
              <a:chExt cx="2061" cy="699"/>
            </a:xfrm>
          </p:grpSpPr>
          <p:cxnSp>
            <p:nvCxnSpPr>
              <p:cNvPr id="64" name="直接连接符 63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文本框 66"/>
              <p:cNvSpPr txBox="1"/>
              <p:nvPr>
                <p:custDataLst>
                  <p:tags r:id="rId14"/>
                </p:custDataLst>
              </p:nvPr>
            </p:nvSpPr>
            <p:spPr>
              <a:xfrm rot="16200000">
                <a:off x="1390" y="3255"/>
                <a:ext cx="699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760"/>
                  <a:t>20cm</a:t>
                </a:r>
                <a:endParaRPr lang="en-US" altLang="zh-CN" sz="760"/>
              </a:p>
              <a:p>
                <a:pPr algn="ctr"/>
                <a:r>
                  <a:rPr lang="zh-CN" altLang="en-US" sz="760"/>
                  <a:t>（</a:t>
                </a:r>
                <a:r>
                  <a:rPr lang="en-US" altLang="zh-CN" sz="760"/>
                  <a:t>8”</a:t>
                </a:r>
                <a:r>
                  <a:rPr lang="zh-CN" altLang="en-US" sz="760"/>
                  <a:t>）</a:t>
                </a:r>
                <a:r>
                  <a:rPr lang="en-US" altLang="zh-CN" sz="760"/>
                  <a:t> </a:t>
                </a:r>
                <a:endParaRPr lang="en-US" altLang="zh-CN" sz="760"/>
              </a:p>
            </p:txBody>
          </p:sp>
        </p:grpSp>
      </p:grpSp>
      <p:grpSp>
        <p:nvGrpSpPr>
          <p:cNvPr id="72" name="组合 71"/>
          <p:cNvGrpSpPr/>
          <p:nvPr>
            <p:custDataLst>
              <p:tags r:id="rId15"/>
            </p:custDataLst>
          </p:nvPr>
        </p:nvGrpSpPr>
        <p:grpSpPr>
          <a:xfrm>
            <a:off x="2343970" y="1294476"/>
            <a:ext cx="1651969" cy="232280"/>
            <a:chOff x="747" y="2922"/>
            <a:chExt cx="2061" cy="384"/>
          </a:xfrm>
        </p:grpSpPr>
        <p:cxnSp>
          <p:nvCxnSpPr>
            <p:cNvPr id="73" name="直接连接符 72"/>
            <p:cNvCxnSpPr/>
            <p:nvPr>
              <p:custDataLst>
                <p:tags r:id="rId16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17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18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6" name="文本框 75"/>
            <p:cNvSpPr txBox="1"/>
            <p:nvPr>
              <p:custDataLst>
                <p:tags r:id="rId19"/>
              </p:custDataLst>
            </p:nvPr>
          </p:nvSpPr>
          <p:spPr>
            <a:xfrm>
              <a:off x="1332" y="2922"/>
              <a:ext cx="892" cy="2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60" dirty="0"/>
                <a:t>25cm</a:t>
              </a:r>
              <a:r>
                <a:rPr lang="zh-CN" altLang="en-US" sz="760" dirty="0"/>
                <a:t>（</a:t>
              </a:r>
              <a:r>
                <a:rPr lang="en-US" altLang="zh-CN" sz="760" dirty="0"/>
                <a:t>10”</a:t>
              </a:r>
              <a:r>
                <a:rPr lang="zh-CN" altLang="en-US" sz="760" dirty="0"/>
                <a:t>）</a:t>
              </a:r>
              <a:endParaRPr lang="zh-CN" altLang="en-US" sz="760" dirty="0"/>
            </a:p>
          </p:txBody>
        </p:sp>
      </p:grpSp>
      <p:grpSp>
        <p:nvGrpSpPr>
          <p:cNvPr id="77" name="组合 76"/>
          <p:cNvGrpSpPr/>
          <p:nvPr>
            <p:custDataLst>
              <p:tags r:id="rId20"/>
            </p:custDataLst>
          </p:nvPr>
        </p:nvGrpSpPr>
        <p:grpSpPr>
          <a:xfrm rot="5400000">
            <a:off x="1163214" y="2280456"/>
            <a:ext cx="1875175" cy="422822"/>
            <a:chOff x="747" y="3115"/>
            <a:chExt cx="2061" cy="699"/>
          </a:xfrm>
        </p:grpSpPr>
        <p:cxnSp>
          <p:nvCxnSpPr>
            <p:cNvPr id="78" name="直接连接符 77"/>
            <p:cNvCxnSpPr/>
            <p:nvPr>
              <p:custDataLst>
                <p:tags r:id="rId21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22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23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24"/>
              </p:custDataLst>
            </p:nvPr>
          </p:nvSpPr>
          <p:spPr>
            <a:xfrm rot="16200000">
              <a:off x="1390" y="3248"/>
              <a:ext cx="699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760" dirty="0"/>
                <a:t>28cm</a:t>
              </a:r>
              <a:endParaRPr lang="en-US" altLang="zh-CN" sz="760" dirty="0"/>
            </a:p>
            <a:p>
              <a:pPr algn="ctr"/>
              <a:r>
                <a:rPr lang="zh-CN" altLang="en-US" sz="760" dirty="0"/>
                <a:t>（</a:t>
              </a:r>
              <a:r>
                <a:rPr lang="en-US" altLang="zh-CN" sz="760" dirty="0"/>
                <a:t>11”</a:t>
              </a:r>
              <a:r>
                <a:rPr lang="zh-CN" altLang="en-US" sz="760" dirty="0"/>
                <a:t>）</a:t>
              </a:r>
              <a:r>
                <a:rPr lang="en-US" altLang="zh-CN" sz="760" dirty="0"/>
                <a:t> </a:t>
              </a:r>
              <a:endParaRPr lang="en-US" altLang="zh-CN" sz="760" dirty="0"/>
            </a:p>
          </p:txBody>
        </p:sp>
      </p:grpSp>
      <p:grpSp>
        <p:nvGrpSpPr>
          <p:cNvPr id="82" name="组合 81"/>
          <p:cNvGrpSpPr/>
          <p:nvPr>
            <p:custDataLst>
              <p:tags r:id="rId25"/>
            </p:custDataLst>
          </p:nvPr>
        </p:nvGrpSpPr>
        <p:grpSpPr>
          <a:xfrm>
            <a:off x="4627449" y="975230"/>
            <a:ext cx="1985266" cy="232280"/>
            <a:chOff x="747" y="2922"/>
            <a:chExt cx="2061" cy="384"/>
          </a:xfrm>
        </p:grpSpPr>
        <p:cxnSp>
          <p:nvCxnSpPr>
            <p:cNvPr id="83" name="直接连接符 82"/>
            <p:cNvCxnSpPr/>
            <p:nvPr>
              <p:custDataLst>
                <p:tags r:id="rId26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27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28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6" name="文本框 85"/>
            <p:cNvSpPr txBox="1"/>
            <p:nvPr>
              <p:custDataLst>
                <p:tags r:id="rId29"/>
              </p:custDataLst>
            </p:nvPr>
          </p:nvSpPr>
          <p:spPr>
            <a:xfrm>
              <a:off x="1461" y="2922"/>
              <a:ext cx="892" cy="2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60"/>
                <a:t>33cm</a:t>
              </a:r>
              <a:r>
                <a:rPr lang="zh-CN" altLang="en-US" sz="760"/>
                <a:t>（</a:t>
              </a:r>
              <a:r>
                <a:rPr lang="en-US" altLang="zh-CN" sz="760"/>
                <a:t>13”</a:t>
              </a:r>
              <a:r>
                <a:rPr lang="zh-CN" altLang="en-US" sz="760"/>
                <a:t>）</a:t>
              </a:r>
              <a:endParaRPr lang="zh-CN" altLang="en-US" sz="760"/>
            </a:p>
          </p:txBody>
        </p:sp>
      </p:grpSp>
      <p:grpSp>
        <p:nvGrpSpPr>
          <p:cNvPr id="87" name="组合 86"/>
          <p:cNvGrpSpPr/>
          <p:nvPr>
            <p:custDataLst>
              <p:tags r:id="rId30"/>
            </p:custDataLst>
          </p:nvPr>
        </p:nvGrpSpPr>
        <p:grpSpPr>
          <a:xfrm rot="5400000">
            <a:off x="3300309" y="2150403"/>
            <a:ext cx="2134070" cy="422822"/>
            <a:chOff x="747" y="3115"/>
            <a:chExt cx="2061" cy="699"/>
          </a:xfrm>
        </p:grpSpPr>
        <p:cxnSp>
          <p:nvCxnSpPr>
            <p:cNvPr id="88" name="直接连接符 87"/>
            <p:cNvCxnSpPr/>
            <p:nvPr>
              <p:custDataLst>
                <p:tags r:id="rId31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32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33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1" name="文本框 90"/>
            <p:cNvSpPr txBox="1"/>
            <p:nvPr>
              <p:custDataLst>
                <p:tags r:id="rId34"/>
              </p:custDataLst>
            </p:nvPr>
          </p:nvSpPr>
          <p:spPr>
            <a:xfrm rot="16200000">
              <a:off x="1390" y="3248"/>
              <a:ext cx="699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760"/>
                <a:t>35cm</a:t>
              </a:r>
              <a:endParaRPr lang="en-US" altLang="zh-CN" sz="760"/>
            </a:p>
            <a:p>
              <a:pPr algn="ctr"/>
              <a:r>
                <a:rPr lang="zh-CN" altLang="en-US" sz="760"/>
                <a:t>（</a:t>
              </a:r>
              <a:r>
                <a:rPr lang="en-US" altLang="zh-CN" sz="760"/>
                <a:t>14”</a:t>
              </a:r>
              <a:r>
                <a:rPr lang="zh-CN" altLang="en-US" sz="760"/>
                <a:t>）</a:t>
              </a:r>
              <a:r>
                <a:rPr lang="en-US" altLang="zh-CN" sz="760"/>
                <a:t> </a:t>
              </a:r>
              <a:endParaRPr lang="en-US" altLang="zh-CN" sz="760"/>
            </a:p>
          </p:txBody>
        </p:sp>
      </p:grpSp>
      <p:pic>
        <p:nvPicPr>
          <p:cNvPr id="92" name="图片 91" descr="未标题-1"/>
          <p:cNvPicPr>
            <a:picLocks noChangeAspect="1"/>
          </p:cNvPicPr>
          <p:nvPr/>
        </p:nvPicPr>
        <p:blipFill rotWithShape="1">
          <a:blip r:embed="rId35"/>
          <a:srcRect l="6415" t="41471" r="73462"/>
          <a:stretch>
            <a:fillRect/>
          </a:stretch>
        </p:blipFill>
        <p:spPr>
          <a:xfrm>
            <a:off x="416407" y="2004828"/>
            <a:ext cx="1379879" cy="15287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3" name="图片 92" descr="未标题-1"/>
          <p:cNvPicPr>
            <a:picLocks noChangeAspect="1"/>
          </p:cNvPicPr>
          <p:nvPr/>
        </p:nvPicPr>
        <p:blipFill rotWithShape="1">
          <a:blip r:embed="rId35"/>
          <a:srcRect l="33593" t="25637" r="40967"/>
          <a:stretch>
            <a:fillRect/>
          </a:stretch>
        </p:blipFill>
        <p:spPr>
          <a:xfrm>
            <a:off x="2318551" y="1563578"/>
            <a:ext cx="1744462" cy="19423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4" name="图片 93" descr="未标题-1"/>
          <p:cNvPicPr>
            <a:picLocks noChangeAspect="1"/>
          </p:cNvPicPr>
          <p:nvPr/>
        </p:nvPicPr>
        <p:blipFill rotWithShape="1">
          <a:blip r:embed="rId35"/>
          <a:srcRect l="66796" t="10900"/>
          <a:stretch>
            <a:fillRect/>
          </a:stretch>
        </p:blipFill>
        <p:spPr>
          <a:xfrm>
            <a:off x="4594128" y="1224067"/>
            <a:ext cx="2188866" cy="22818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7" name="2-3S"/>
          <p:cNvPicPr>
            <a:picLocks noChangeAspect="1"/>
          </p:cNvPicPr>
          <p:nvPr/>
        </p:nvPicPr>
        <p:blipFill rotWithShape="1"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8145" y="2043027"/>
            <a:ext cx="1276293" cy="1423922"/>
          </a:xfrm>
          <a:prstGeom prst="rect">
            <a:avLst/>
          </a:prstGeom>
        </p:spPr>
      </p:pic>
      <p:pic>
        <p:nvPicPr>
          <p:cNvPr id="48" name="2-2M"/>
          <p:cNvPicPr>
            <a:picLocks noChangeAspect="1"/>
          </p:cNvPicPr>
          <p:nvPr/>
        </p:nvPicPr>
        <p:blipFill rotWithShape="1"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2318529" y="1649390"/>
            <a:ext cx="1680150" cy="1856825"/>
          </a:xfrm>
          <a:prstGeom prst="rect">
            <a:avLst/>
          </a:prstGeom>
        </p:spPr>
      </p:pic>
      <p:pic>
        <p:nvPicPr>
          <p:cNvPr id="49" name="2-1L"/>
          <p:cNvPicPr>
            <a:picLocks noChangeAspect="1"/>
          </p:cNvPicPr>
          <p:nvPr/>
        </p:nvPicPr>
        <p:blipFill rotWithShape="1"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2" t="13959" r="11128" b="32731"/>
          <a:stretch>
            <a:fillRect/>
          </a:stretch>
        </p:blipFill>
        <p:spPr>
          <a:xfrm>
            <a:off x="4610706" y="1262294"/>
            <a:ext cx="2029966" cy="2170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1-3S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64" t="58641" r="9322" b="12774"/>
          <a:stretch>
            <a:fillRect/>
          </a:stretch>
        </p:blipFill>
        <p:spPr>
          <a:xfrm>
            <a:off x="4039235" y="3879850"/>
            <a:ext cx="2198370" cy="1987550"/>
          </a:xfrm>
          <a:prstGeom prst="rect">
            <a:avLst/>
          </a:prstGeom>
        </p:spPr>
      </p:pic>
      <p:sp>
        <p:nvSpPr>
          <p:cNvPr id="24" name="椭圆 23"/>
          <p:cNvSpPr/>
          <p:nvPr/>
        </p:nvSpPr>
        <p:spPr>
          <a:xfrm>
            <a:off x="4203446" y="1084271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22" name="文本框 21"/>
          <p:cNvSpPr txBox="1"/>
          <p:nvPr/>
        </p:nvSpPr>
        <p:spPr>
          <a:xfrm>
            <a:off x="254004" y="472563"/>
            <a:ext cx="334262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30"/>
              </a:lnSpc>
            </a:pPr>
            <a:r>
              <a:rPr lang="en-US" altLang="zh-CN" sz="3050" b="1" dirty="0">
                <a:solidFill>
                  <a:srgbClr val="995F32"/>
                </a:solidFill>
              </a:rPr>
              <a:t>FRESHER CHEESE,</a:t>
            </a:r>
            <a:endParaRPr lang="en-US" altLang="zh-CN" sz="3050" b="1" dirty="0">
              <a:solidFill>
                <a:srgbClr val="995F32"/>
              </a:solidFill>
            </a:endParaRPr>
          </a:p>
          <a:p>
            <a:pPr>
              <a:lnSpc>
                <a:spcPts val="3430"/>
              </a:lnSpc>
            </a:pPr>
            <a:r>
              <a:rPr lang="en-US" altLang="zh-CN" sz="3050" b="1" dirty="0">
                <a:solidFill>
                  <a:srgbClr val="995F32"/>
                </a:solidFill>
              </a:rPr>
              <a:t>BREAD, AND PRODUCE</a:t>
            </a:r>
            <a:endParaRPr lang="zh-CN" altLang="en-US" sz="3050" dirty="0">
              <a:solidFill>
                <a:srgbClr val="995F3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5868" y="4978149"/>
            <a:ext cx="2144583" cy="8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/>
              <a:t>LARGE</a:t>
            </a:r>
            <a:r>
              <a:rPr lang="zh-CN" altLang="en-US" sz="1635" dirty="0"/>
              <a:t> </a:t>
            </a:r>
            <a:r>
              <a:rPr lang="en-US" altLang="zh-CN" sz="1635" dirty="0"/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en-US" altLang="zh-CN" sz="1635" dirty="0">
                <a:latin typeface="+mj-lt"/>
              </a:rPr>
              <a:t>Cover most bowls and food containers</a:t>
            </a:r>
            <a:endParaRPr lang="zh-CN" altLang="en-US" sz="1635" dirty="0">
              <a:latin typeface="+mj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68172" y="5581238"/>
            <a:ext cx="2843961" cy="85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35" b="1" dirty="0"/>
              <a:t>SMALL</a:t>
            </a:r>
            <a:r>
              <a:rPr lang="zh-CN" altLang="en-US" sz="1635" dirty="0"/>
              <a:t> </a:t>
            </a:r>
            <a:r>
              <a:rPr lang="en-US" altLang="zh-CN" sz="1635" dirty="0"/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en-US" altLang="zh-CN" sz="1635" dirty="0">
                <a:latin typeface="+mj-lt"/>
              </a:rPr>
              <a:t>Save citrus,</a:t>
            </a:r>
            <a:r>
              <a:rPr lang="zh-CN" altLang="en-US" dirty="0"/>
              <a:t> </a:t>
            </a:r>
            <a:r>
              <a:rPr lang="zh-CN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lemon</a:t>
            </a:r>
            <a:r>
              <a:rPr lang="en-US" altLang="zh-CN" dirty="0">
                <a:latin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zh-CN" altLang="en-US" dirty="0"/>
              <a:t> </a:t>
            </a:r>
            <a:r>
              <a:rPr lang="en-US" altLang="zh-CN" sz="1635" dirty="0" err="1">
                <a:latin typeface="+mj-lt"/>
              </a:rPr>
              <a:t>onions,and</a:t>
            </a:r>
            <a:r>
              <a:rPr lang="en-US" altLang="zh-CN" sz="1635" dirty="0">
                <a:latin typeface="+mj-lt"/>
              </a:rPr>
              <a:t> avocados</a:t>
            </a:r>
            <a:endParaRPr lang="zh-CN" altLang="en-US" sz="1635" dirty="0">
              <a:latin typeface="+mj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68172" y="2864682"/>
            <a:ext cx="2144583" cy="8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35" b="1" dirty="0"/>
              <a:t>MEDIUM</a:t>
            </a:r>
            <a:r>
              <a:rPr lang="zh-CN" altLang="en-US" sz="1635" dirty="0"/>
              <a:t> </a:t>
            </a:r>
            <a:r>
              <a:rPr lang="en-US" altLang="zh-CN" sz="1635" dirty="0"/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en-US" altLang="zh-CN" sz="1635" dirty="0">
                <a:latin typeface="+mj-lt"/>
              </a:rPr>
              <a:t>Store cheese and pack snacks</a:t>
            </a:r>
            <a:endParaRPr lang="zh-CN" altLang="en-US" sz="1635" dirty="0">
              <a:latin typeface="+mj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532" y="929638"/>
            <a:ext cx="1951346" cy="1766577"/>
          </a:xfrm>
          <a:prstGeom prst="rect">
            <a:avLst/>
          </a:prstGeom>
        </p:spPr>
      </p:pic>
      <p:pic>
        <p:nvPicPr>
          <p:cNvPr id="2" name="1-1L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 t="28172" r="52786" b="28999"/>
          <a:stretch>
            <a:fillRect/>
          </a:stretch>
        </p:blipFill>
        <p:spPr>
          <a:xfrm>
            <a:off x="0" y="1873250"/>
            <a:ext cx="3515995" cy="2797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9589">
            <a:off x="656278" y="2128194"/>
            <a:ext cx="2155791" cy="2398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720" y="4190822"/>
            <a:ext cx="970551" cy="1169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1-2M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08" t="12772" r="18825" b="58596"/>
          <a:stretch>
            <a:fillRect/>
          </a:stretch>
        </p:blipFill>
        <p:spPr>
          <a:xfrm>
            <a:off x="4133215" y="847725"/>
            <a:ext cx="1282065" cy="1925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16306" t="15113" r="18307" b="18959"/>
          <a:stretch>
            <a:fillRect/>
          </a:stretch>
        </p:blipFill>
        <p:spPr>
          <a:xfrm>
            <a:off x="1267764" y="501417"/>
            <a:ext cx="4018900" cy="405218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366728" y="4964326"/>
            <a:ext cx="2369777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646" y="5102314"/>
            <a:ext cx="1570528" cy="135724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66728" y="5459308"/>
            <a:ext cx="1570528" cy="11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35" dirty="0"/>
              <a:t>Perfect for wrapping half an onion, avocado, lemon, ginger, garlic, orsnacks to go.</a:t>
            </a:r>
            <a:endParaRPr lang="zh-CN" altLang="en-US" sz="1335" dirty="0"/>
          </a:p>
        </p:txBody>
      </p:sp>
      <p:pic>
        <p:nvPicPr>
          <p:cNvPr id="10" name="2-3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2151990" y="1048979"/>
            <a:ext cx="2838069" cy="3185528"/>
          </a:xfrm>
          <a:prstGeom prst="rect">
            <a:avLst/>
          </a:prstGeom>
        </p:spPr>
      </p:pic>
      <p:pic>
        <p:nvPicPr>
          <p:cNvPr id="11" name="1-3S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87" t="59630" r="9951" b="12759"/>
          <a:stretch>
            <a:fillRect/>
          </a:stretch>
        </p:blipFill>
        <p:spPr>
          <a:xfrm>
            <a:off x="4767580" y="5340985"/>
            <a:ext cx="1114425" cy="1003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58" y="5390338"/>
            <a:ext cx="648368" cy="781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25" y="5406827"/>
            <a:ext cx="839359" cy="987482"/>
          </a:xfrm>
          <a:prstGeom prst="rect">
            <a:avLst/>
          </a:prstGeom>
        </p:spPr>
      </p:pic>
      <p:pic>
        <p:nvPicPr>
          <p:cNvPr id="7" name="图片 6" descr="未标题-1"/>
          <p:cNvPicPr>
            <a:picLocks noChangeAspect="1"/>
          </p:cNvPicPr>
          <p:nvPr/>
        </p:nvPicPr>
        <p:blipFill rotWithShape="1">
          <a:blip r:embed="rId2"/>
          <a:srcRect l="27369" t="7955" r="39883" b="-7955"/>
          <a:stretch>
            <a:fillRect/>
          </a:stretch>
        </p:blipFill>
        <p:spPr>
          <a:xfrm>
            <a:off x="600516" y="-399599"/>
            <a:ext cx="5105255" cy="59382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1334010" y="5222694"/>
            <a:ext cx="1718834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endParaRPr lang="en-US" altLang="zh-CN" sz="1635" b="1" dirty="0">
              <a:solidFill>
                <a:srgbClr val="FA7226"/>
              </a:solidFill>
            </a:endParaRP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sp>
        <p:nvSpPr>
          <p:cNvPr id="4" name="文本框 3"/>
          <p:cNvSpPr txBox="1"/>
          <p:nvPr/>
        </p:nvSpPr>
        <p:spPr>
          <a:xfrm>
            <a:off x="1334010" y="5695353"/>
            <a:ext cx="1842472" cy="91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Suitable for wrapping </a:t>
            </a:r>
            <a:r>
              <a:rPr lang="en-US" altLang="zh-CN" sz="1335" dirty="0" err="1"/>
              <a:t>sandwiches,hamburgers</a:t>
            </a:r>
            <a:r>
              <a:rPr lang="en-US" altLang="zh-CN" sz="1335" dirty="0"/>
              <a:t>, cheese, sliced fruit, and more.</a:t>
            </a:r>
            <a:endParaRPr lang="zh-CN" altLang="en-US" sz="1335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588" y="5012426"/>
            <a:ext cx="1842472" cy="1592846"/>
          </a:xfrm>
          <a:prstGeom prst="rect">
            <a:avLst/>
          </a:prstGeom>
        </p:spPr>
      </p:pic>
      <p:pic>
        <p:nvPicPr>
          <p:cNvPr id="8" name="2-2M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1665446" y="728168"/>
            <a:ext cx="3741959" cy="4161781"/>
          </a:xfrm>
          <a:prstGeom prst="rect">
            <a:avLst/>
          </a:prstGeom>
        </p:spPr>
      </p:pic>
      <p:pic>
        <p:nvPicPr>
          <p:cNvPr id="9" name="1-2M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83" t="13415" r="18698" b="59316"/>
          <a:stretch>
            <a:fillRect/>
          </a:stretch>
        </p:blipFill>
        <p:spPr>
          <a:xfrm>
            <a:off x="4965700" y="5446395"/>
            <a:ext cx="54546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未标题-1"/>
          <p:cNvPicPr>
            <a:picLocks noChangeAspect="1"/>
          </p:cNvPicPr>
          <p:nvPr/>
        </p:nvPicPr>
        <p:blipFill rotWithShape="1">
          <a:blip r:embed="rId1"/>
          <a:srcRect l="60117"/>
          <a:stretch>
            <a:fillRect/>
          </a:stretch>
        </p:blipFill>
        <p:spPr>
          <a:xfrm>
            <a:off x="157942" y="20707"/>
            <a:ext cx="5986021" cy="57170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627254" y="5818468"/>
            <a:ext cx="1685503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  <a:endParaRPr lang="zh-CN" altLang="en-US" sz="1335" dirty="0"/>
          </a:p>
        </p:txBody>
      </p:sp>
      <p:sp>
        <p:nvSpPr>
          <p:cNvPr id="8" name="文本框 7"/>
          <p:cNvSpPr txBox="1"/>
          <p:nvPr/>
        </p:nvSpPr>
        <p:spPr>
          <a:xfrm>
            <a:off x="2213360" y="5827266"/>
            <a:ext cx="2907355" cy="91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Ideal for covering a salad bowl, pie dish, or wrapping half a loaf of bread or watermelon, and some large </a:t>
            </a:r>
            <a:r>
              <a:rPr lang="en-US" altLang="zh-CN" sz="1335" dirty="0" err="1"/>
              <a:t>fruitsand</a:t>
            </a:r>
            <a:r>
              <a:rPr lang="en-US" altLang="zh-CN" sz="1335" dirty="0"/>
              <a:t> vegetables.</a:t>
            </a:r>
            <a:endParaRPr lang="zh-CN" altLang="en-US" sz="1335" dirty="0"/>
          </a:p>
        </p:txBody>
      </p:sp>
      <p:pic>
        <p:nvPicPr>
          <p:cNvPr id="7" name="2-1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9178" b="10588"/>
          <a:stretch>
            <a:fillRect/>
          </a:stretch>
        </p:blipFill>
        <p:spPr>
          <a:xfrm>
            <a:off x="1239023" y="720939"/>
            <a:ext cx="4539225" cy="4833078"/>
          </a:xfrm>
          <a:prstGeom prst="rect">
            <a:avLst/>
          </a:prstGeom>
        </p:spPr>
      </p:pic>
      <p:pic>
        <p:nvPicPr>
          <p:cNvPr id="9" name="1-1L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" t="28054" r="52713" b="28397"/>
          <a:stretch>
            <a:fillRect/>
          </a:stretch>
        </p:blipFill>
        <p:spPr>
          <a:xfrm>
            <a:off x="5205730" y="5713730"/>
            <a:ext cx="1126490" cy="9220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9589">
            <a:off x="5473980" y="5842988"/>
            <a:ext cx="589788" cy="656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5" y="3307476"/>
            <a:ext cx="6797028" cy="1678953"/>
          </a:xfrm>
          <a:prstGeom prst="rect">
            <a:avLst/>
          </a:prstGeom>
        </p:spPr>
      </p:pic>
      <p:sp>
        <p:nvSpPr>
          <p:cNvPr id="20" name="标题 30"/>
          <p:cNvSpPr txBox="1"/>
          <p:nvPr/>
        </p:nvSpPr>
        <p:spPr>
          <a:xfrm>
            <a:off x="1512620" y="-51459"/>
            <a:ext cx="4083137" cy="658522"/>
          </a:xfrm>
          <a:prstGeom prst="rect">
            <a:avLst/>
          </a:prstGeom>
        </p:spPr>
        <p:txBody>
          <a:bodyPr vert="horz" lIns="87105" tIns="43552" rIns="87105" bIns="43552" rtlCol="0" anchor="b">
            <a:no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715" dirty="0"/>
              <a:t>PRODUCT MATERIALS &amp; BENEFITS</a:t>
            </a:r>
            <a:endParaRPr lang="zh-CN" altLang="en-US" sz="1715" dirty="0"/>
          </a:p>
        </p:txBody>
      </p:sp>
      <p:grpSp>
        <p:nvGrpSpPr>
          <p:cNvPr id="8" name="组合 7"/>
          <p:cNvGrpSpPr/>
          <p:nvPr/>
        </p:nvGrpSpPr>
        <p:grpSpPr>
          <a:xfrm>
            <a:off x="282692" y="1112487"/>
            <a:ext cx="6249056" cy="1765372"/>
            <a:chOff x="296761" y="1167854"/>
            <a:chExt cx="6560062" cy="1853232"/>
          </a:xfrm>
        </p:grpSpPr>
        <p:pic>
          <p:nvPicPr>
            <p:cNvPr id="21" name="图片占位符 5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96761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sp>
          <p:nvSpPr>
            <p:cNvPr id="23" name="文本占位符 2"/>
            <p:cNvSpPr txBox="1"/>
            <p:nvPr/>
          </p:nvSpPr>
          <p:spPr>
            <a:xfrm>
              <a:off x="617573" y="2685040"/>
              <a:ext cx="6239250" cy="336046"/>
            </a:xfrm>
            <a:prstGeom prst="rect">
              <a:avLst/>
            </a:prstGeom>
          </p:spPr>
          <p:txBody>
            <a:bodyPr rtlCol="0">
              <a:normAutofit/>
            </a:bodyPr>
            <a:lstStyle>
              <a:defPPr>
                <a:defRPr lang="zh-CN"/>
              </a:defPPr>
              <a:lvl1pPr marL="179705" indent="-179705" algn="l" defTabSz="720090" rtl="0" eaLnBrk="1" latinLnBrk="0" hangingPunct="1">
                <a:lnSpc>
                  <a:spcPct val="90000"/>
                </a:lnSpc>
                <a:spcBef>
                  <a:spcPts val="785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975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8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9979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57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4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98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799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997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993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594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Cotton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	 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Beeswax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        </a:t>
              </a:r>
              <a:r>
                <a:rPr lang="en-US" altLang="zh-CN" sz="1335" kern="0" dirty="0">
                  <a:solidFill>
                    <a:srgbClr val="37415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Jojoba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Oi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l	            Tree Resin</a:t>
              </a:r>
              <a:endParaRPr lang="zh-CN" altLang="en-US" sz="133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图片占位符 51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968803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0" name="图片占位符 48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3640845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3" name="图片占位符 45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312887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</p:grpSp>
      <p:sp>
        <p:nvSpPr>
          <p:cNvPr id="36" name="标题 7"/>
          <p:cNvSpPr txBox="1"/>
          <p:nvPr/>
        </p:nvSpPr>
        <p:spPr>
          <a:xfrm>
            <a:off x="419027" y="552835"/>
            <a:ext cx="6219507" cy="585230"/>
          </a:xfrm>
          <a:prstGeom prst="rect">
            <a:avLst/>
          </a:prstGeom>
        </p:spPr>
        <p:txBody>
          <a:bodyPr vert="horz" lIns="87105" tIns="43552" rIns="87105" bIns="43552" rtlCol="0" anchor="ctr">
            <a:no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400" b="1" kern="1200">
                <a:solidFill>
                  <a:schemeClr val="accent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3050" dirty="0">
                <a:solidFill>
                  <a:srgbClr val="995F3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From Nature, For Nature</a:t>
            </a:r>
            <a:endParaRPr lang="en-US" sz="30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标题 37"/>
          <p:cNvSpPr txBox="1"/>
          <p:nvPr/>
        </p:nvSpPr>
        <p:spPr>
          <a:xfrm>
            <a:off x="2099391" y="2889978"/>
            <a:ext cx="2659218" cy="539022"/>
          </a:xfrm>
          <a:prstGeom prst="rect">
            <a:avLst/>
          </a:prstGeom>
        </p:spPr>
        <p:txBody>
          <a:bodyPr vert="horz" lIns="87105" tIns="43552" rIns="87105" bIns="43552" rtlCol="0" anchor="b">
            <a:norm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50" b="1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&amp; CARE</a:t>
            </a:r>
            <a:endParaRPr lang="zh-CN" altLang="en-US" sz="3050" b="1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1635" y="5015290"/>
            <a:ext cx="6633202" cy="160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35" dirty="0">
                <a:latin typeface="+mj-lt"/>
              </a:rPr>
              <a:t>     Use your hands to fold a wrap over your food or container and seal with gentle </a:t>
            </a:r>
            <a:r>
              <a:rPr lang="en-US" altLang="zh-CN" sz="1635" dirty="0" err="1">
                <a:latin typeface="+mj-lt"/>
              </a:rPr>
              <a:t>pressure.The</a:t>
            </a:r>
            <a:r>
              <a:rPr lang="en-US" altLang="zh-CN" sz="1635" dirty="0">
                <a:latin typeface="+mj-lt"/>
              </a:rPr>
              <a:t> warmth of </a:t>
            </a:r>
            <a:r>
              <a:rPr lang="en-US" altLang="zh-CN" sz="1635" dirty="0" err="1">
                <a:latin typeface="+mj-lt"/>
              </a:rPr>
              <a:t>yourhands</a:t>
            </a:r>
            <a:r>
              <a:rPr lang="en-US" altLang="zh-CN" sz="1635" dirty="0">
                <a:latin typeface="+mj-lt"/>
              </a:rPr>
              <a:t> will form a tight seal. </a:t>
            </a:r>
            <a:endParaRPr lang="en-US" altLang="zh-CN" sz="1635" dirty="0">
              <a:latin typeface="+mj-lt"/>
            </a:endParaRPr>
          </a:p>
          <a:p>
            <a:r>
              <a:rPr lang="en-US" altLang="zh-CN" sz="1635" dirty="0">
                <a:latin typeface="+mj-lt"/>
              </a:rPr>
              <a:t>     Rinse the wrap with cool or lukewarm water and dish soap, using a cloth or sponge to wipe it down like you would with dishes. Then rinse off. </a:t>
            </a:r>
            <a:endParaRPr lang="en-US" altLang="zh-CN" sz="1635" dirty="0">
              <a:latin typeface="+mj-lt"/>
            </a:endParaRPr>
          </a:p>
          <a:p>
            <a:r>
              <a:rPr lang="en-US" altLang="zh-CN" sz="1635" dirty="0">
                <a:latin typeface="+mj-lt"/>
              </a:rPr>
              <a:t>     After washing, air dry the beeswax wraps. Store them in a dry place with your other </a:t>
            </a:r>
            <a:r>
              <a:rPr lang="en-US" altLang="zh-CN" sz="1635" dirty="0" err="1">
                <a:latin typeface="+mj-lt"/>
              </a:rPr>
              <a:t>wraps,and</a:t>
            </a:r>
            <a:r>
              <a:rPr lang="en-US" altLang="zh-CN" sz="1635" dirty="0">
                <a:latin typeface="+mj-lt"/>
              </a:rPr>
              <a:t> they'll be ready for reuse.</a:t>
            </a:r>
            <a:endParaRPr lang="zh-CN" altLang="en-US" sz="1635" dirty="0">
              <a:latin typeface="+mj-lt"/>
            </a:endParaRPr>
          </a:p>
        </p:txBody>
      </p:sp>
      <p:sp>
        <p:nvSpPr>
          <p:cNvPr id="46" name="任意多边形：形状 5"/>
          <p:cNvSpPr/>
          <p:nvPr/>
        </p:nvSpPr>
        <p:spPr>
          <a:xfrm>
            <a:off x="263271" y="5101531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任意多边形：形状 5"/>
          <p:cNvSpPr/>
          <p:nvPr/>
        </p:nvSpPr>
        <p:spPr>
          <a:xfrm>
            <a:off x="263270" y="5631118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8" name="任意多边形：形状 5"/>
          <p:cNvSpPr/>
          <p:nvPr/>
        </p:nvSpPr>
        <p:spPr>
          <a:xfrm>
            <a:off x="282693" y="6155305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5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6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7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8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9.xml><?xml version="1.0" encoding="utf-8"?>
<p:tagLst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1663</Words>
  <Application>WPS 演示</Application>
  <PresentationFormat>自定义</PresentationFormat>
  <Paragraphs>80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Calibri Light</vt:lpstr>
      <vt:lpstr>Microsoft YaHei UI</vt:lpstr>
      <vt:lpstr>Calibri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老郑</cp:lastModifiedBy>
  <cp:revision>92</cp:revision>
  <dcterms:created xsi:type="dcterms:W3CDTF">2025-01-16T08:31:00Z</dcterms:created>
  <dcterms:modified xsi:type="dcterms:W3CDTF">2025-02-18T19:26:35Z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1A7523954EA0442CB3A3B9F08A7ECF00_13</vt:lpwstr>
  </property>
  <property fmtid="{D5CDD505-2E9C-101B-9397-08002B2CF9AE}" pid="3" name="KSOProductBuildVer">
    <vt:lpwstr>2052-12.1.0.19770</vt:lpwstr>
  </property>
</Properties>
</file>