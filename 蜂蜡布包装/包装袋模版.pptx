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76" r:id="rId2"/>
    <p:sldId id="277" r:id="rId3"/>
    <p:sldId id="278" r:id="rId4"/>
    <p:sldId id="279" r:id="rId5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27D40-843D-4766-AA3A-12CDC9D87DE9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F88B5-499E-4721-97AC-7BF72584D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-1L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t="13959" r="7201" b="10588"/>
          <a:stretch>
            <a:fillRect/>
          </a:stretch>
        </p:blipFill>
        <p:spPr>
          <a:xfrm>
            <a:off x="273107" y="318702"/>
            <a:ext cx="4193800" cy="4359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2-2M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3139227" y="1784948"/>
            <a:ext cx="3078882" cy="3080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2-3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4380287" y="3287608"/>
            <a:ext cx="2203394" cy="2473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4779302" y="1146705"/>
            <a:ext cx="180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400" dirty="0"/>
              <a:t>10” X 1</a:t>
            </a:r>
            <a:r>
              <a:rPr lang="en-US" altLang="zh-CN" sz="1400" dirty="0"/>
              <a:t>1</a:t>
            </a:r>
            <a:r>
              <a:rPr lang="zh-CN" altLang="en-US" sz="1400" dirty="0"/>
              <a:t>”  25 X 2</a:t>
            </a:r>
            <a:r>
              <a:rPr lang="en-US" altLang="zh-CN" sz="1400" dirty="0"/>
              <a:t>8</a:t>
            </a:r>
            <a:r>
              <a:rPr lang="zh-CN" altLang="en-US" sz="1400" dirty="0"/>
              <a:t>CM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755359" y="202934"/>
            <a:ext cx="192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sz="1400" dirty="0"/>
              <a:t>13” X 1</a:t>
            </a:r>
            <a:r>
              <a:rPr lang="en-US" altLang="zh-CN" sz="1400" dirty="0"/>
              <a:t>4</a:t>
            </a:r>
            <a:r>
              <a:rPr lang="zh-CN" altLang="en-US" sz="1400" dirty="0"/>
              <a:t>”  </a:t>
            </a:r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35</a:t>
            </a:r>
            <a:r>
              <a:rPr lang="zh-CN" altLang="en-US" sz="1400" dirty="0"/>
              <a:t>CM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779302" y="5862733"/>
            <a:ext cx="166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</a:p>
        </p:txBody>
      </p:sp>
      <p:pic>
        <p:nvPicPr>
          <p:cNvPr id="6" name="top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96" y="2040375"/>
            <a:ext cx="2886004" cy="37203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EA1E8B5-89CF-4372-84F3-A02D485DEA1E}"/>
              </a:ext>
            </a:extLst>
          </p:cNvPr>
          <p:cNvSpPr txBox="1"/>
          <p:nvPr/>
        </p:nvSpPr>
        <p:spPr>
          <a:xfrm>
            <a:off x="444480" y="6016187"/>
            <a:ext cx="2543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PAPER BAG PACKING B1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SIZE: 17.9</a:t>
            </a:r>
            <a:r>
              <a:rPr lang="zh-CN" altLang="en-US" sz="1400" dirty="0"/>
              <a:t> X </a:t>
            </a:r>
            <a:r>
              <a:rPr lang="en-US" altLang="zh-CN" sz="1400" dirty="0"/>
              <a:t>20.9</a:t>
            </a:r>
            <a:r>
              <a:rPr lang="zh-CN" altLang="en-US" sz="1400" dirty="0"/>
              <a:t>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-1L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t="13959" r="7201" b="10588"/>
          <a:stretch>
            <a:fillRect/>
          </a:stretch>
        </p:blipFill>
        <p:spPr>
          <a:xfrm>
            <a:off x="273107" y="318702"/>
            <a:ext cx="4193800" cy="4359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2-2M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3139227" y="1784948"/>
            <a:ext cx="3078882" cy="3080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2-3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4380287" y="3287608"/>
            <a:ext cx="2203394" cy="2473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4779302" y="1146705"/>
            <a:ext cx="180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400" dirty="0"/>
              <a:t>10” X 1</a:t>
            </a:r>
            <a:r>
              <a:rPr lang="en-US" altLang="zh-CN" sz="1400" dirty="0"/>
              <a:t>1</a:t>
            </a:r>
            <a:r>
              <a:rPr lang="zh-CN" altLang="en-US" sz="1400" dirty="0"/>
              <a:t>”  25 X 2</a:t>
            </a:r>
            <a:r>
              <a:rPr lang="en-US" altLang="zh-CN" sz="1400" dirty="0"/>
              <a:t>8</a:t>
            </a:r>
            <a:r>
              <a:rPr lang="zh-CN" altLang="en-US" sz="1400" dirty="0"/>
              <a:t>CM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755359" y="202934"/>
            <a:ext cx="192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sz="1400" dirty="0"/>
              <a:t>13” X 1</a:t>
            </a:r>
            <a:r>
              <a:rPr lang="en-US" altLang="zh-CN" sz="1400" dirty="0"/>
              <a:t>4</a:t>
            </a:r>
            <a:r>
              <a:rPr lang="zh-CN" altLang="en-US" sz="1400" dirty="0"/>
              <a:t>”  </a:t>
            </a:r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35</a:t>
            </a:r>
            <a:r>
              <a:rPr lang="zh-CN" altLang="en-US" sz="1400" dirty="0"/>
              <a:t>CM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779302" y="5862733"/>
            <a:ext cx="166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51658-2020-4D5D-A4BB-D0139B863D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07" y="2045911"/>
            <a:ext cx="2290120" cy="371484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A8852D2-B387-407F-B92D-C9E323BACC5F}"/>
              </a:ext>
            </a:extLst>
          </p:cNvPr>
          <p:cNvSpPr txBox="1"/>
          <p:nvPr/>
        </p:nvSpPr>
        <p:spPr>
          <a:xfrm>
            <a:off x="434258" y="6044467"/>
            <a:ext cx="2543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PAPER BAG PACKING S1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SIZE: 12.9</a:t>
            </a:r>
            <a:r>
              <a:rPr lang="zh-CN" altLang="en-US" sz="1400" dirty="0"/>
              <a:t> X </a:t>
            </a:r>
            <a:r>
              <a:rPr lang="en-US" altLang="zh-CN" sz="1400" dirty="0"/>
              <a:t>20.9</a:t>
            </a:r>
            <a:r>
              <a:rPr lang="zh-CN" altLang="en-US" sz="1400" dirty="0"/>
              <a:t>CM</a:t>
            </a:r>
          </a:p>
        </p:txBody>
      </p:sp>
    </p:spTree>
    <p:extLst>
      <p:ext uri="{BB962C8B-B14F-4D97-AF65-F5344CB8AC3E}">
        <p14:creationId xmlns:p14="http://schemas.microsoft.com/office/powerpoint/2010/main" val="422712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-1L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t="13959" r="7201" b="10588"/>
          <a:stretch>
            <a:fillRect/>
          </a:stretch>
        </p:blipFill>
        <p:spPr>
          <a:xfrm>
            <a:off x="273107" y="318702"/>
            <a:ext cx="4193800" cy="4359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2-2M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3139227" y="1784948"/>
            <a:ext cx="3078882" cy="3080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2-3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4329901" y="3287608"/>
            <a:ext cx="2203394" cy="2473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4779302" y="1146705"/>
            <a:ext cx="180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400" dirty="0"/>
              <a:t>10” X 1</a:t>
            </a:r>
            <a:r>
              <a:rPr lang="en-US" altLang="zh-CN" sz="1400" dirty="0"/>
              <a:t>1</a:t>
            </a:r>
            <a:r>
              <a:rPr lang="zh-CN" altLang="en-US" sz="1400" dirty="0"/>
              <a:t>”  25 X 2</a:t>
            </a:r>
            <a:r>
              <a:rPr lang="en-US" altLang="zh-CN" sz="1400" dirty="0"/>
              <a:t>8</a:t>
            </a:r>
            <a:r>
              <a:rPr lang="zh-CN" altLang="en-US" sz="1400" dirty="0"/>
              <a:t>CM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755359" y="202934"/>
            <a:ext cx="192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sz="1400" dirty="0"/>
              <a:t>13” X 1</a:t>
            </a:r>
            <a:r>
              <a:rPr lang="en-US" altLang="zh-CN" sz="1400" dirty="0"/>
              <a:t>4</a:t>
            </a:r>
            <a:r>
              <a:rPr lang="zh-CN" altLang="en-US" sz="1400" dirty="0"/>
              <a:t>”  </a:t>
            </a:r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35</a:t>
            </a:r>
            <a:r>
              <a:rPr lang="zh-CN" altLang="en-US" sz="1400" dirty="0"/>
              <a:t>CM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779302" y="5862733"/>
            <a:ext cx="166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B92DE9F-5BC3-4CAF-AB88-92170F57E1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22" y="2040992"/>
            <a:ext cx="3121353" cy="371976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DFFD98-9C5F-49ED-B6A4-C8AD53110882}"/>
              </a:ext>
            </a:extLst>
          </p:cNvPr>
          <p:cNvSpPr txBox="1"/>
          <p:nvPr/>
        </p:nvSpPr>
        <p:spPr>
          <a:xfrm>
            <a:off x="460979" y="6003009"/>
            <a:ext cx="26782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PAPER BAG PACKING B2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SIZE: 17.9</a:t>
            </a:r>
            <a:r>
              <a:rPr lang="zh-CN" altLang="en-US" sz="1400" dirty="0"/>
              <a:t> X </a:t>
            </a:r>
            <a:r>
              <a:rPr lang="en-US" altLang="zh-CN" sz="1400" dirty="0"/>
              <a:t>20.9</a:t>
            </a:r>
            <a:r>
              <a:rPr lang="zh-CN" altLang="en-US" sz="1400" dirty="0"/>
              <a:t>CM</a:t>
            </a:r>
          </a:p>
        </p:txBody>
      </p:sp>
    </p:spTree>
    <p:extLst>
      <p:ext uri="{BB962C8B-B14F-4D97-AF65-F5344CB8AC3E}">
        <p14:creationId xmlns:p14="http://schemas.microsoft.com/office/powerpoint/2010/main" val="339078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-1L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1" t="13959" r="7201" b="10588"/>
          <a:stretch>
            <a:fillRect/>
          </a:stretch>
        </p:blipFill>
        <p:spPr>
          <a:xfrm rot="5400000">
            <a:off x="273107" y="318702"/>
            <a:ext cx="4193800" cy="4359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2-2M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21" t="13959" r="7201" b="32731"/>
          <a:stretch>
            <a:fillRect/>
          </a:stretch>
        </p:blipFill>
        <p:spPr>
          <a:xfrm>
            <a:off x="3139227" y="1784948"/>
            <a:ext cx="3078882" cy="3080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2-3S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6" t="13959" r="7201" b="43242"/>
          <a:stretch>
            <a:fillRect/>
          </a:stretch>
        </p:blipFill>
        <p:spPr>
          <a:xfrm>
            <a:off x="4380287" y="3287608"/>
            <a:ext cx="2203394" cy="2473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文本框 25"/>
          <p:cNvSpPr txBox="1"/>
          <p:nvPr/>
        </p:nvSpPr>
        <p:spPr>
          <a:xfrm>
            <a:off x="4779302" y="1146705"/>
            <a:ext cx="180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MEDIUM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</a:p>
          <a:p>
            <a:r>
              <a:rPr lang="zh-CN" altLang="en-US" sz="1400" dirty="0"/>
              <a:t>10” X 1</a:t>
            </a:r>
            <a:r>
              <a:rPr lang="en-US" altLang="zh-CN" sz="1400" dirty="0"/>
              <a:t>1</a:t>
            </a:r>
            <a:r>
              <a:rPr lang="zh-CN" altLang="en-US" sz="1400" dirty="0"/>
              <a:t>”  25 X 2</a:t>
            </a:r>
            <a:r>
              <a:rPr lang="en-US" altLang="zh-CN" sz="1400" dirty="0"/>
              <a:t>8</a:t>
            </a:r>
            <a:r>
              <a:rPr lang="zh-CN" altLang="en-US" sz="1400" dirty="0"/>
              <a:t>CM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4755359" y="202934"/>
            <a:ext cx="1925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LARGE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zh-CN" altLang="en-US" sz="1400" dirty="0"/>
              <a:t>13” X 1</a:t>
            </a:r>
            <a:r>
              <a:rPr lang="en-US" altLang="zh-CN" sz="1400" dirty="0"/>
              <a:t>4</a:t>
            </a:r>
            <a:r>
              <a:rPr lang="zh-CN" altLang="en-US" sz="1400" dirty="0"/>
              <a:t>”  </a:t>
            </a:r>
            <a:r>
              <a:rPr lang="en-US" altLang="zh-CN" sz="1400" dirty="0"/>
              <a:t>33</a:t>
            </a:r>
            <a:r>
              <a:rPr lang="zh-CN" altLang="en-US" sz="1400" dirty="0"/>
              <a:t> X </a:t>
            </a:r>
            <a:r>
              <a:rPr lang="en-US" altLang="zh-CN" sz="1400" dirty="0"/>
              <a:t>35</a:t>
            </a:r>
            <a:r>
              <a:rPr lang="zh-CN" altLang="en-US" sz="1400" dirty="0"/>
              <a:t>CM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779302" y="5862733"/>
            <a:ext cx="16692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A7226"/>
                </a:solidFill>
              </a:rPr>
              <a:t>SMALL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>
                <a:solidFill>
                  <a:srgbClr val="FA7226"/>
                </a:solidFill>
              </a:rPr>
              <a:t>    </a:t>
            </a:r>
            <a:endParaRPr lang="en-US" altLang="zh-CN" dirty="0">
              <a:solidFill>
                <a:srgbClr val="FA7226"/>
              </a:solidFill>
            </a:endParaRPr>
          </a:p>
          <a:p>
            <a:r>
              <a:rPr lang="en-US" altLang="zh-CN" sz="1400" dirty="0"/>
              <a:t>7</a:t>
            </a:r>
            <a:r>
              <a:rPr lang="zh-CN" altLang="en-US" sz="1400" dirty="0"/>
              <a:t>” X 8”    </a:t>
            </a:r>
            <a:r>
              <a:rPr lang="en-US" altLang="zh-CN" sz="1400" dirty="0"/>
              <a:t>18</a:t>
            </a:r>
            <a:r>
              <a:rPr lang="zh-CN" altLang="en-US" sz="1400" dirty="0"/>
              <a:t> X 2</a:t>
            </a:r>
            <a:r>
              <a:rPr lang="en-US" altLang="zh-CN" sz="1400" dirty="0"/>
              <a:t>0</a:t>
            </a:r>
            <a:r>
              <a:rPr lang="zh-CN" altLang="en-US" sz="1400" dirty="0"/>
              <a:t>CM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119C2C-F028-4F59-BD28-3924A49FE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37" y="2041718"/>
            <a:ext cx="2294460" cy="371904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37105E9-6A76-4FF1-8B50-A72A27161A79}"/>
              </a:ext>
            </a:extLst>
          </p:cNvPr>
          <p:cNvSpPr txBox="1"/>
          <p:nvPr/>
        </p:nvSpPr>
        <p:spPr>
          <a:xfrm>
            <a:off x="434258" y="6044467"/>
            <a:ext cx="25438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A7226"/>
                </a:solidFill>
              </a:rPr>
              <a:t>PAPER BAG PACKING S2</a:t>
            </a:r>
            <a:r>
              <a:rPr lang="zh-CN" altLang="en-US" b="1" dirty="0">
                <a:solidFill>
                  <a:srgbClr val="FA7226"/>
                </a:solidFill>
              </a:rPr>
              <a:t> </a:t>
            </a:r>
            <a:r>
              <a:rPr lang="en-US" altLang="zh-CN" b="1" dirty="0">
                <a:solidFill>
                  <a:srgbClr val="FA7226"/>
                </a:solidFill>
              </a:rPr>
              <a:t>:</a:t>
            </a:r>
            <a:r>
              <a:rPr lang="zh-CN" altLang="en-US" dirty="0"/>
              <a:t>  </a:t>
            </a:r>
            <a:endParaRPr lang="en-US" altLang="zh-CN" dirty="0"/>
          </a:p>
          <a:p>
            <a:r>
              <a:rPr lang="en-US" altLang="zh-CN" sz="1400" dirty="0"/>
              <a:t>SIZE: 12.9</a:t>
            </a:r>
            <a:r>
              <a:rPr lang="zh-CN" altLang="en-US" sz="1400" dirty="0"/>
              <a:t> X </a:t>
            </a:r>
            <a:r>
              <a:rPr lang="en-US" altLang="zh-CN" sz="1400" dirty="0"/>
              <a:t>20.9</a:t>
            </a:r>
            <a:r>
              <a:rPr lang="zh-CN" altLang="en-US" sz="1400" dirty="0"/>
              <a:t>CM</a:t>
            </a:r>
          </a:p>
        </p:txBody>
      </p:sp>
    </p:spTree>
    <p:extLst>
      <p:ext uri="{BB962C8B-B14F-4D97-AF65-F5344CB8AC3E}">
        <p14:creationId xmlns:p14="http://schemas.microsoft.com/office/powerpoint/2010/main" val="2446424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176</Words>
  <Application>Microsoft Macintosh PowerPoint</Application>
  <PresentationFormat>Custom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fangfang deng</dc:creator>
  <cp:lastModifiedBy>Winfred Wang</cp:lastModifiedBy>
  <cp:revision>19</cp:revision>
  <dcterms:created xsi:type="dcterms:W3CDTF">2025-01-22T07:31:00Z</dcterms:created>
  <dcterms:modified xsi:type="dcterms:W3CDTF">2025-06-30T09:54:40Z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6F51B62BB1C344339FC8CD1574D438D2_13</vt:lpwstr>
  </property>
  <property fmtid="{D5CDD505-2E9C-101B-9397-08002B2CF9AE}" pid="3" name="KSOProductBuildVer">
    <vt:lpwstr>2052-12.1.0.19302</vt:lpwstr>
  </property>
</Properties>
</file>