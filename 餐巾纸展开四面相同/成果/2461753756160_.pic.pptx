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5F32"/>
    <a:srgbClr val="FDF3D9"/>
    <a:srgbClr val="F9D574"/>
    <a:srgbClr val="FDF3D8"/>
    <a:srgbClr val="EAEBED"/>
    <a:srgbClr val="866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 autoAdjust="0"/>
    <p:restoredTop sz="96017" autoAdjust="0"/>
  </p:normalViewPr>
  <p:slideViewPr>
    <p:cSldViewPr snapToGrid="0">
      <p:cViewPr varScale="1">
        <p:scale>
          <a:sx n="111" d="100"/>
          <a:sy n="111" d="100"/>
        </p:scale>
        <p:origin x="5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39545" indent="0" algn="ctr">
              <a:buNone/>
              <a:defRPr sz="1260"/>
            </a:lvl5pPr>
            <a:lvl6pPr marL="1799590" indent="0" algn="ctr">
              <a:buNone/>
              <a:defRPr sz="1260"/>
            </a:lvl6pPr>
            <a:lvl7pPr marL="2159635" indent="0" algn="ctr">
              <a:buNone/>
              <a:defRPr sz="1260"/>
            </a:lvl7pPr>
            <a:lvl8pPr marL="2519680" indent="0" algn="ctr">
              <a:buNone/>
              <a:defRPr sz="1260"/>
            </a:lvl8pPr>
            <a:lvl9pPr marL="2879725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54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5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6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39545" indent="0">
              <a:buNone/>
              <a:defRPr sz="1575"/>
            </a:lvl5pPr>
            <a:lvl6pPr marL="1799590" indent="0">
              <a:buNone/>
              <a:defRPr sz="1575"/>
            </a:lvl6pPr>
            <a:lvl7pPr marL="2159635" indent="0">
              <a:buNone/>
              <a:defRPr sz="1575"/>
            </a:lvl7pPr>
            <a:lvl8pPr marL="2519680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6993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594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95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95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96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96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slideLayout" Target="../slideLayouts/slideLayout1.xml"/><Relationship Id="rId32" Type="http://schemas.openxmlformats.org/officeDocument/2006/relationships/image" Target="../media/image1.jpeg"/><Relationship Id="rId33" Type="http://schemas.openxmlformats.org/officeDocument/2006/relationships/image" Target="../media/image2.png"/><Relationship Id="rId34" Type="http://schemas.openxmlformats.org/officeDocument/2006/relationships/image" Target="../media/image3.png"/><Relationship Id="rId35" Type="http://schemas.openxmlformats.org/officeDocument/2006/relationships/image" Target="../media/image4.png"/><Relationship Id="rId36" Type="http://schemas.openxmlformats.org/officeDocument/2006/relationships/image" Target="../media/image5.jpg"/><Relationship Id="rId3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 descr="2461753756160_.pic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21838" y="3970830"/>
            <a:ext cx="1807394" cy="1803573"/>
          </a:xfrm>
          <a:prstGeom prst="rect">
            <a:avLst/>
          </a:prstGeom>
        </p:spPr>
      </p:pic>
      <p:pic>
        <p:nvPicPr>
          <p:cNvPr id="88" name="Picture 87" descr="2461753756160_.pic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15997" y="1474163"/>
            <a:ext cx="1807394" cy="1803573"/>
          </a:xfrm>
          <a:prstGeom prst="rect">
            <a:avLst/>
          </a:prstGeom>
        </p:spPr>
      </p:pic>
      <p:pic>
        <p:nvPicPr>
          <p:cNvPr id="90" name="Picture 89" descr="2461753756160_.pic_unfol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42814" y="1773885"/>
            <a:ext cx="3630846" cy="365154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542063" y="6181680"/>
            <a:ext cx="2657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>
                <a:solidFill>
                  <a:srgbClr val="FA7226"/>
                </a:solidFill>
              </a:rPr>
              <a:t>2461753756160_.pic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428513" y="6191075"/>
            <a:ext cx="3457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FULL OPEN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33</a:t>
            </a:r>
            <a:r>
              <a:rPr lang="zh-CN" altLang="en-US" sz="1400" dirty="0"/>
              <a:t>CM </a:t>
            </a:r>
            <a:r>
              <a:rPr lang="en-US" altLang="zh-CN" sz="1400" dirty="0"/>
              <a:t>/ 13 </a:t>
            </a:r>
            <a:r>
              <a:rPr lang="zh-CN" altLang="en-US" sz="1400" dirty="0"/>
              <a:t>X </a:t>
            </a:r>
            <a:r>
              <a:rPr lang="en-US" altLang="zh-CN" sz="1400" dirty="0"/>
              <a:t>13 INCH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87703" y="5489439"/>
            <a:ext cx="3600000" cy="344170"/>
            <a:chOff x="4788" y="8197"/>
            <a:chExt cx="5482" cy="542"/>
          </a:xfrm>
        </p:grpSpPr>
        <p:grpSp>
          <p:nvGrpSpPr>
            <p:cNvPr id="20" name="组合 19"/>
            <p:cNvGrpSpPr/>
            <p:nvPr/>
          </p:nvGrpSpPr>
          <p:grpSpPr>
            <a:xfrm>
              <a:off x="4788" y="8197"/>
              <a:ext cx="5482" cy="176"/>
              <a:chOff x="2760586" y="5521473"/>
              <a:chExt cx="3134966" cy="111760"/>
            </a:xfrm>
          </p:grpSpPr>
          <p:cxnSp>
            <p:nvCxnSpPr>
              <p:cNvPr id="19" name="直接连接符 18"/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2760586" y="5577353"/>
                <a:ext cx="313227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5895552" y="5521473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2760586" y="5521473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6219" y="8305"/>
              <a:ext cx="2619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33 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/13INCH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45024" y="1471036"/>
            <a:ext cx="328295" cy="1800000"/>
            <a:chOff x="165" y="4278"/>
            <a:chExt cx="517" cy="3792"/>
          </a:xfrm>
        </p:grpSpPr>
        <p:grpSp>
          <p:nvGrpSpPr>
            <p:cNvPr id="52" name="组合 51"/>
            <p:cNvGrpSpPr/>
            <p:nvPr>
              <p:custDataLst>
                <p:tags r:id="rId24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53" name="直接连接符 5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 rot="16200000">
              <a:off x="-1106" y="5947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-3546" y="1800701"/>
            <a:ext cx="337185" cy="3599815"/>
            <a:chOff x="3916" y="2636"/>
            <a:chExt cx="531" cy="5669"/>
          </a:xfrm>
        </p:grpSpPr>
        <p:grpSp>
          <p:nvGrpSpPr>
            <p:cNvPr id="24" name="组合 23"/>
            <p:cNvGrpSpPr/>
            <p:nvPr>
              <p:custDataLst>
                <p:tags r:id="rId20"/>
              </p:custDataLst>
            </p:nvPr>
          </p:nvGrpSpPr>
          <p:grpSpPr>
            <a:xfrm rot="5400000">
              <a:off x="1516" y="5374"/>
              <a:ext cx="5669" cy="192"/>
              <a:chOff x="747" y="3130"/>
              <a:chExt cx="2061" cy="176"/>
            </a:xfrm>
          </p:grpSpPr>
          <p:cxnSp>
            <p:nvCxnSpPr>
              <p:cNvPr id="25" name="直接连接符 24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/>
            <p:cNvSpPr txBox="1"/>
            <p:nvPr/>
          </p:nvSpPr>
          <p:spPr>
            <a:xfrm rot="16200000">
              <a:off x="2452" y="5252"/>
              <a:ext cx="3361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33 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/13INCH</a:t>
              </a:r>
              <a:endParaRPr lang="zh-CN" altLang="en-US" sz="12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113391" y="1799881"/>
            <a:ext cx="531283" cy="3600000"/>
            <a:chOff x="9895" y="2705"/>
            <a:chExt cx="837" cy="5482"/>
          </a:xfrm>
        </p:grpSpPr>
        <p:grpSp>
          <p:nvGrpSpPr>
            <p:cNvPr id="57" name="组合 56"/>
            <p:cNvGrpSpPr/>
            <p:nvPr/>
          </p:nvGrpSpPr>
          <p:grpSpPr>
            <a:xfrm>
              <a:off x="9895" y="2705"/>
              <a:ext cx="192" cy="5482"/>
              <a:chOff x="4538585" y="1570009"/>
              <a:chExt cx="121874" cy="3810703"/>
            </a:xfrm>
          </p:grpSpPr>
          <p:cxnSp>
            <p:nvCxnSpPr>
              <p:cNvPr id="60" name="直接连接符 59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4599522" y="1570009"/>
                <a:ext cx="0" cy="190101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>
                <p:custDataLst>
                  <p:tags r:id="rId16"/>
                </p:custDataLst>
              </p:nvPr>
            </p:nvCxnSpPr>
            <p:spPr>
              <a:xfrm rot="5400000">
                <a:off x="4599522" y="1509072"/>
                <a:ext cx="0" cy="12187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>
                <p:custDataLst>
                  <p:tags r:id="rId17"/>
                </p:custDataLst>
              </p:nvPr>
            </p:nvCxnSpPr>
            <p:spPr>
              <a:xfrm rot="5400000">
                <a:off x="4599522" y="3410090"/>
                <a:ext cx="0" cy="12187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4599522" y="3471026"/>
                <a:ext cx="0" cy="190968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4538587" y="5380712"/>
                <a:ext cx="12187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/>
            <p:cNvGrpSpPr/>
            <p:nvPr/>
          </p:nvGrpSpPr>
          <p:grpSpPr>
            <a:xfrm>
              <a:off x="10005" y="3431"/>
              <a:ext cx="727" cy="4030"/>
              <a:chOff x="10005" y="3530"/>
              <a:chExt cx="727" cy="4030"/>
            </a:xfrm>
          </p:grpSpPr>
          <p:sp>
            <p:nvSpPr>
              <p:cNvPr id="46" name="文本框 45"/>
              <p:cNvSpPr txBox="1"/>
              <p:nvPr/>
            </p:nvSpPr>
            <p:spPr>
              <a:xfrm rot="16200000">
                <a:off x="9620" y="3915"/>
                <a:ext cx="1496" cy="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/>
                  <a:t>16.5 </a:t>
                </a:r>
                <a:r>
                  <a:rPr lang="zh-CN" altLang="en-US" sz="1200" dirty="0"/>
                  <a:t>CM</a:t>
                </a:r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6.5 INCH</a:t>
                </a:r>
                <a:endParaRPr lang="zh-CN" altLang="en-US" sz="12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 rot="16200000">
                <a:off x="9620" y="6449"/>
                <a:ext cx="1496" cy="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/>
                  <a:t>16.5 </a:t>
                </a:r>
                <a:r>
                  <a:rPr lang="zh-CN" altLang="en-US" sz="1200" dirty="0"/>
                  <a:t>CM</a:t>
                </a:r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6.5 INCH</a:t>
                </a:r>
                <a:endParaRPr lang="zh-CN" altLang="en-US" sz="1200" dirty="0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 rot="5400000">
            <a:off x="5899136" y="2619433"/>
            <a:ext cx="336550" cy="1800000"/>
            <a:chOff x="489" y="4278"/>
            <a:chExt cx="530" cy="3792"/>
          </a:xfrm>
        </p:grpSpPr>
        <p:grpSp>
          <p:nvGrpSpPr>
            <p:cNvPr id="16" name="组合 15"/>
            <p:cNvGrpSpPr/>
            <p:nvPr>
              <p:custDataLst>
                <p:tags r:id="rId11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17" name="直接连接符 16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 rot="16200000">
              <a:off x="-686" y="5958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7619" y="1800089"/>
            <a:ext cx="3599180" cy="3599180"/>
            <a:chOff x="4609" y="2254"/>
            <a:chExt cx="5668" cy="5668"/>
          </a:xfrm>
        </p:grpSpPr>
        <p:cxnSp>
          <p:nvCxnSpPr>
            <p:cNvPr id="3" name="直接连接符 2"/>
            <p:cNvCxnSpPr>
              <a:cxnSpLocks/>
            </p:cNvCxnSpPr>
            <p:nvPr/>
          </p:nvCxnSpPr>
          <p:spPr>
            <a:xfrm>
              <a:off x="4609" y="5088"/>
              <a:ext cx="5669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ash"/>
              <a:beve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cxnSpLocks/>
            </p:cNvCxnSpPr>
            <p:nvPr/>
          </p:nvCxnSpPr>
          <p:spPr>
            <a:xfrm flipV="1">
              <a:off x="7443" y="2254"/>
              <a:ext cx="0" cy="5669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ash"/>
              <a:beve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8" name="图片 57" descr="330常用压纹（50mm）">
            <a:extLst>
              <a:ext uri="{FF2B5EF4-FFF2-40B4-BE49-F238E27FC236}">
                <a16:creationId xmlns:a16="http://schemas.microsoft.com/office/drawing/2014/main" id="{EEC70BC0-481F-4C8C-A8D4-CDE127A85571}"/>
              </a:ext>
            </a:extLst>
          </p:cNvPr>
          <p:cNvPicPr>
            <a:picLocks noChangeAspect="1"/>
          </p:cNvPicPr>
          <p:nvPr/>
        </p:nvPicPr>
        <p:blipFill>
          <a:blip r:embed="rId34">
            <a:alphaModFix amt="80000"/>
          </a:blip>
          <a:stretch>
            <a:fillRect/>
          </a:stretch>
        </p:blipFill>
        <p:spPr>
          <a:xfrm>
            <a:off x="5146734" y="1463917"/>
            <a:ext cx="1800397" cy="180397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287543D-78DF-4DFB-88BB-ED0E23DCBEA3}"/>
              </a:ext>
            </a:extLst>
          </p:cNvPr>
          <p:cNvPicPr>
            <a:picLocks noChangeAspect="1"/>
          </p:cNvPicPr>
          <p:nvPr/>
        </p:nvPicPr>
        <p:blipFill>
          <a:blip r:embed="rId3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93" y="1773885"/>
            <a:ext cx="3630846" cy="3651541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A9ADAEF-4138-4442-A4B0-07D03C4A0A3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1" y="273134"/>
            <a:ext cx="1101661" cy="744855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05165C94-04F5-4C8A-810B-06AC2CC8364F}"/>
              </a:ext>
            </a:extLst>
          </p:cNvPr>
          <p:cNvSpPr txBox="1"/>
          <p:nvPr/>
        </p:nvSpPr>
        <p:spPr>
          <a:xfrm>
            <a:off x="1968483" y="230064"/>
            <a:ext cx="5230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500" spc="50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NAPKINS /SERVIETTEN</a:t>
            </a:r>
          </a:p>
          <a:p>
            <a:r>
              <a:rPr lang="en-US" altLang="zh-CN" sz="2400" b="1" kern="1500" spc="50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SERVIETTES</a:t>
            </a:r>
            <a:endParaRPr lang="zh-CN" altLang="en-US" sz="2400" b="1" kern="1500" spc="50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42BC4A4-4117-4962-932A-A219DF73461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34214" y="1095845"/>
            <a:ext cx="937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Front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6326FF7-CCAD-47E2-8306-CD30A795DB34}"/>
              </a:ext>
            </a:extLst>
          </p:cNvPr>
          <p:cNvGrpSpPr/>
          <p:nvPr/>
        </p:nvGrpSpPr>
        <p:grpSpPr>
          <a:xfrm>
            <a:off x="4699452" y="3974403"/>
            <a:ext cx="328295" cy="1800000"/>
            <a:chOff x="165" y="4278"/>
            <a:chExt cx="517" cy="3792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04BBA741-7A6B-4758-AB9C-7E8953D53FDA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C6A91089-ED19-4571-96E6-A3DFBEE2E7C2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2F377982-FB69-4E18-8307-37BC99CA9D3E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08288517-0E8B-4CAC-BEEB-BC2075C56971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16AC971E-F80F-442C-853C-C0FA04D2E4AE}"/>
                </a:ext>
              </a:extLst>
            </p:cNvPr>
            <p:cNvSpPr txBox="1"/>
            <p:nvPr/>
          </p:nvSpPr>
          <p:spPr>
            <a:xfrm rot="16200000">
              <a:off x="-1106" y="5947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843C5DB-4EB6-40D1-93EB-52A1E60F7CD7}"/>
              </a:ext>
            </a:extLst>
          </p:cNvPr>
          <p:cNvGrpSpPr/>
          <p:nvPr/>
        </p:nvGrpSpPr>
        <p:grpSpPr>
          <a:xfrm rot="5400000">
            <a:off x="5853564" y="5122800"/>
            <a:ext cx="336550" cy="1800000"/>
            <a:chOff x="489" y="4278"/>
            <a:chExt cx="530" cy="3792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C93E066E-8D18-4A29-BCFE-2D84F2F09B2E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AD9ECF4-1831-4875-BCF5-A4F4CA4681D4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B346CBF-1BF5-497D-A220-D20F1D3D5EE5}"/>
                  </a:ext>
                </a:extLst>
              </p:cNvPr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F457F310-173F-4767-A95F-F811D7213BB6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0F9AF03-E6C7-4B18-8DE9-937E487EC50D}"/>
                </a:ext>
              </a:extLst>
            </p:cNvPr>
            <p:cNvSpPr txBox="1"/>
            <p:nvPr/>
          </p:nvSpPr>
          <p:spPr>
            <a:xfrm rot="16200000">
              <a:off x="-686" y="5958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pic>
        <p:nvPicPr>
          <p:cNvPr id="84" name="图片 83" descr="330常用压纹（50mm）">
            <a:extLst>
              <a:ext uri="{FF2B5EF4-FFF2-40B4-BE49-F238E27FC236}">
                <a16:creationId xmlns:a16="http://schemas.microsoft.com/office/drawing/2014/main" id="{EB53292D-2D47-4133-A300-9572C78DF2C3}"/>
              </a:ext>
            </a:extLst>
          </p:cNvPr>
          <p:cNvPicPr>
            <a:picLocks noChangeAspect="1"/>
          </p:cNvPicPr>
          <p:nvPr/>
        </p:nvPicPr>
        <p:blipFill>
          <a:blip r:embed="rId34">
            <a:alphaModFix amt="80000"/>
          </a:blip>
          <a:stretch>
            <a:fillRect/>
          </a:stretch>
        </p:blipFill>
        <p:spPr>
          <a:xfrm rot="5400000">
            <a:off x="5171267" y="3967671"/>
            <a:ext cx="1800397" cy="1803970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5308A8FB-F88D-4837-A3D8-AB4E56BF18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4214" y="3657442"/>
            <a:ext cx="79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8582611083984,&quot;left&quot;:43.2,&quot;top&quot;:125.2,&quot;width&quot;:644.135826771653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8582611083984,&quot;left&quot;:43.2,&quot;top&quot;:125.2,&quot;width&quot;:644.135826771653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66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Winfred Wang</cp:lastModifiedBy>
  <cp:revision>191</cp:revision>
  <dcterms:created xsi:type="dcterms:W3CDTF">2025-01-16T08:31:00Z</dcterms:created>
  <dcterms:modified xsi:type="dcterms:W3CDTF">2025-07-30T05:27:17Z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FD5F0D85B72F48B2A1F60C501C568B04_13</vt:lpwstr>
  </property>
  <property fmtid="{D5CDD505-2E9C-101B-9397-08002B2CF9AE}" pid="3" name="KSOProductBuildVer">
    <vt:lpwstr>2052-12.1.0.21915</vt:lpwstr>
  </property>
</Properties>
</file>