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6" r:id="rId2"/>
  </p:sldIdLst>
  <p:sldSz cx="71993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5F32"/>
    <a:srgbClr val="FDF3D9"/>
    <a:srgbClr val="F9D574"/>
    <a:srgbClr val="FDF3D8"/>
    <a:srgbClr val="EAEBED"/>
    <a:srgbClr val="866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67" autoAdjust="0"/>
    <p:restoredTop sz="96028" autoAdjust="0"/>
  </p:normalViewPr>
  <p:slideViewPr>
    <p:cSldViewPr snapToGrid="0">
      <p:cViewPr varScale="1">
        <p:scale>
          <a:sx n="112" d="100"/>
          <a:sy n="112" d="100"/>
        </p:scale>
        <p:origin x="17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00CBD-AB4F-495F-8AB7-7ACBB9CAE89D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3437D-AE09-4900-AA61-88892A951D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178222"/>
            <a:ext cx="6119416" cy="2506427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781306"/>
            <a:ext cx="5399485" cy="1738167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5"/>
            </a:lvl3pPr>
            <a:lvl4pPr marL="1080135" indent="0" algn="ctr">
              <a:buNone/>
              <a:defRPr sz="1260"/>
            </a:lvl4pPr>
            <a:lvl5pPr marL="1439545" indent="0" algn="ctr">
              <a:buNone/>
              <a:defRPr sz="1260"/>
            </a:lvl5pPr>
            <a:lvl6pPr marL="1799590" indent="0" algn="ctr">
              <a:buNone/>
              <a:defRPr sz="1260"/>
            </a:lvl6pPr>
            <a:lvl7pPr marL="2159635" indent="0" algn="ctr">
              <a:buNone/>
              <a:defRPr sz="1260"/>
            </a:lvl7pPr>
            <a:lvl8pPr marL="2519680" indent="0" algn="ctr">
              <a:buNone/>
              <a:defRPr sz="1260"/>
            </a:lvl8pPr>
            <a:lvl9pPr marL="2879725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794831"/>
            <a:ext cx="6209407" cy="2994714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4817876"/>
            <a:ext cx="6209407" cy="157484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54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5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6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7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916484"/>
            <a:ext cx="3059708" cy="45678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916484"/>
            <a:ext cx="3059708" cy="45678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83299"/>
            <a:ext cx="6209407" cy="139153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764832"/>
            <a:ext cx="3045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5" b="1"/>
            </a:lvl3pPr>
            <a:lvl4pPr marL="1080135" indent="0">
              <a:buNone/>
              <a:defRPr sz="1260" b="1"/>
            </a:lvl4pPr>
            <a:lvl5pPr marL="1439545" indent="0">
              <a:buNone/>
              <a:defRPr sz="1260" b="1"/>
            </a:lvl5pPr>
            <a:lvl6pPr marL="1799590" indent="0">
              <a:buNone/>
              <a:defRPr sz="1260" b="1"/>
            </a:lvl6pPr>
            <a:lvl7pPr marL="2159635" indent="0">
              <a:buNone/>
              <a:defRPr sz="1260" b="1"/>
            </a:lvl7pPr>
            <a:lvl8pPr marL="2519680" indent="0">
              <a:buNone/>
              <a:defRPr sz="1260" b="1"/>
            </a:lvl8pPr>
            <a:lvl9pPr marL="2879725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629749"/>
            <a:ext cx="3045646" cy="386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764832"/>
            <a:ext cx="3060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5" b="1"/>
            </a:lvl3pPr>
            <a:lvl4pPr marL="1080135" indent="0">
              <a:buNone/>
              <a:defRPr sz="1260" b="1"/>
            </a:lvl4pPr>
            <a:lvl5pPr marL="1439545" indent="0">
              <a:buNone/>
              <a:defRPr sz="1260" b="1"/>
            </a:lvl5pPr>
            <a:lvl6pPr marL="1799590" indent="0">
              <a:buNone/>
              <a:defRPr sz="1260" b="1"/>
            </a:lvl6pPr>
            <a:lvl7pPr marL="2159635" indent="0">
              <a:buNone/>
              <a:defRPr sz="1260" b="1"/>
            </a:lvl7pPr>
            <a:lvl8pPr marL="2519680" indent="0">
              <a:buNone/>
              <a:defRPr sz="1260" b="1"/>
            </a:lvl8pPr>
            <a:lvl9pPr marL="2879725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629749"/>
            <a:ext cx="3060646" cy="386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036570"/>
            <a:ext cx="3644652" cy="5116178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0"/>
            </a:lvl2pPr>
            <a:lvl3pPr marL="720090" indent="0">
              <a:buNone/>
              <a:defRPr sz="945"/>
            </a:lvl3pPr>
            <a:lvl4pPr marL="1080135" indent="0">
              <a:buNone/>
              <a:defRPr sz="785"/>
            </a:lvl4pPr>
            <a:lvl5pPr marL="1439545" indent="0">
              <a:buNone/>
              <a:defRPr sz="785"/>
            </a:lvl5pPr>
            <a:lvl6pPr marL="1799590" indent="0">
              <a:buNone/>
              <a:defRPr sz="785"/>
            </a:lvl6pPr>
            <a:lvl7pPr marL="2159635" indent="0">
              <a:buNone/>
              <a:defRPr sz="785"/>
            </a:lvl7pPr>
            <a:lvl8pPr marL="2519680" indent="0">
              <a:buNone/>
              <a:defRPr sz="785"/>
            </a:lvl8pPr>
            <a:lvl9pPr marL="2879725" indent="0">
              <a:buNone/>
              <a:defRPr sz="78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036570"/>
            <a:ext cx="3644652" cy="5116178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39545" indent="0">
              <a:buNone/>
              <a:defRPr sz="1575"/>
            </a:lvl5pPr>
            <a:lvl6pPr marL="1799590" indent="0">
              <a:buNone/>
              <a:defRPr sz="1575"/>
            </a:lvl6pPr>
            <a:lvl7pPr marL="2159635" indent="0">
              <a:buNone/>
              <a:defRPr sz="1575"/>
            </a:lvl7pPr>
            <a:lvl8pPr marL="2519680" indent="0">
              <a:buNone/>
              <a:defRPr sz="1575"/>
            </a:lvl8pPr>
            <a:lvl9pPr marL="2879725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0"/>
            </a:lvl2pPr>
            <a:lvl3pPr marL="720090" indent="0">
              <a:buNone/>
              <a:defRPr sz="945"/>
            </a:lvl3pPr>
            <a:lvl4pPr marL="1080135" indent="0">
              <a:buNone/>
              <a:defRPr sz="785"/>
            </a:lvl4pPr>
            <a:lvl5pPr marL="1439545" indent="0">
              <a:buNone/>
              <a:defRPr sz="785"/>
            </a:lvl5pPr>
            <a:lvl6pPr marL="1799590" indent="0">
              <a:buNone/>
              <a:defRPr sz="785"/>
            </a:lvl6pPr>
            <a:lvl7pPr marL="2159635" indent="0">
              <a:buNone/>
              <a:defRPr sz="785"/>
            </a:lvl7pPr>
            <a:lvl8pPr marL="2519680" indent="0">
              <a:buNone/>
              <a:defRPr sz="785"/>
            </a:lvl8pPr>
            <a:lvl9pPr marL="2879725" indent="0">
              <a:buNone/>
              <a:defRPr sz="78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83297"/>
            <a:ext cx="1552352" cy="610108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83297"/>
            <a:ext cx="4567064" cy="610108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383299"/>
            <a:ext cx="620940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916484"/>
            <a:ext cx="620940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967BA-080F-4186-B318-C2E21DB377F3}" type="datetimeFigureOut">
              <a:rPr lang="zh-CN" altLang="en-US" smtClean="0"/>
              <a:t>2025/7/24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705" indent="-179705" algn="l" defTabSz="720090" rtl="0" eaLnBrk="1" latinLnBrk="0" hangingPunct="1">
        <a:lnSpc>
          <a:spcPct val="90000"/>
        </a:lnSpc>
        <a:spcBef>
          <a:spcPts val="785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39750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795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40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619885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979930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339975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699385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3059430" indent="-179705" algn="l" defTabSz="720090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3954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79959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5963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19680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9725" algn="l" defTabSz="720090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34" Type="http://schemas.openxmlformats.org/officeDocument/2006/relationships/image" Target="../media/image3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image" Target="../media/image2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image" Target="../media/image1.png"/><Relationship Id="rId37" Type="http://schemas.openxmlformats.org/officeDocument/2006/relationships/image" Target="../media/image6.jpe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image" Target="../media/image5.jp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image" Target="../media/image4.png"/><Relationship Id="rId8" Type="http://schemas.openxmlformats.org/officeDocument/2006/relationships/tags" Target="../tags/tag8.xml"/><Relationship Id="rId3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 descr="F2516-正面_unfol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42814" y="1773885"/>
            <a:ext cx="3630846" cy="3651541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542063" y="6181680"/>
            <a:ext cx="26572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FA7226"/>
                </a:solidFill>
              </a:rPr>
              <a:t>F2516-正面</a:t>
            </a:r>
            <a:endParaRPr lang="en-US" altLang="zh-CN" dirty="0"/>
          </a:p>
        </p:txBody>
      </p:sp>
      <p:sp>
        <p:nvSpPr>
          <p:cNvPr id="12" name="文本框 11"/>
          <p:cNvSpPr txBox="1"/>
          <p:nvPr/>
        </p:nvSpPr>
        <p:spPr>
          <a:xfrm>
            <a:off x="428513" y="6191075"/>
            <a:ext cx="34572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A7226"/>
                </a:solidFill>
              </a:rPr>
              <a:t>FULL OPEN</a:t>
            </a:r>
            <a:r>
              <a:rPr lang="zh-CN" altLang="en-US" b="1" dirty="0">
                <a:solidFill>
                  <a:srgbClr val="FA7226"/>
                </a:solidFill>
              </a:rPr>
              <a:t>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>
                <a:solidFill>
                  <a:srgbClr val="FA7226"/>
                </a:solidFill>
              </a:rPr>
              <a:t>    </a:t>
            </a:r>
            <a:endParaRPr lang="en-US" altLang="zh-CN" dirty="0">
              <a:solidFill>
                <a:srgbClr val="FA7226"/>
              </a:solidFill>
            </a:endParaRPr>
          </a:p>
          <a:p>
            <a:r>
              <a:rPr lang="en-US" altLang="zh-CN" sz="1400" dirty="0"/>
              <a:t>33</a:t>
            </a:r>
            <a:r>
              <a:rPr lang="zh-CN" altLang="en-US" sz="1400" dirty="0"/>
              <a:t> X </a:t>
            </a:r>
            <a:r>
              <a:rPr lang="en-US" altLang="zh-CN" sz="1400" dirty="0"/>
              <a:t>33</a:t>
            </a:r>
            <a:r>
              <a:rPr lang="zh-CN" altLang="en-US" sz="1400" dirty="0"/>
              <a:t>CM </a:t>
            </a:r>
            <a:r>
              <a:rPr lang="en-US" altLang="zh-CN" sz="1400" dirty="0"/>
              <a:t>/ 13 </a:t>
            </a:r>
            <a:r>
              <a:rPr lang="zh-CN" altLang="en-US" sz="1400" dirty="0"/>
              <a:t>X </a:t>
            </a:r>
            <a:r>
              <a:rPr lang="en-US" altLang="zh-CN" sz="1400" dirty="0"/>
              <a:t>13 INCH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487703" y="5489439"/>
            <a:ext cx="3600000" cy="344170"/>
            <a:chOff x="4788" y="8197"/>
            <a:chExt cx="5482" cy="542"/>
          </a:xfrm>
        </p:grpSpPr>
        <p:grpSp>
          <p:nvGrpSpPr>
            <p:cNvPr id="20" name="组合 19"/>
            <p:cNvGrpSpPr/>
            <p:nvPr/>
          </p:nvGrpSpPr>
          <p:grpSpPr>
            <a:xfrm>
              <a:off x="4788" y="8197"/>
              <a:ext cx="5482" cy="176"/>
              <a:chOff x="2760586" y="5521473"/>
              <a:chExt cx="3134966" cy="111760"/>
            </a:xfrm>
          </p:grpSpPr>
          <p:cxnSp>
            <p:nvCxnSpPr>
              <p:cNvPr id="19" name="直接连接符 18"/>
              <p:cNvCxnSpPr/>
              <p:nvPr>
                <p:custDataLst>
                  <p:tags r:id="rId28"/>
                </p:custDataLst>
              </p:nvPr>
            </p:nvCxnSpPr>
            <p:spPr>
              <a:xfrm>
                <a:off x="2760586" y="5577353"/>
                <a:ext cx="3132276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>
                <p:custDataLst>
                  <p:tags r:id="rId29"/>
                </p:custDataLst>
              </p:nvPr>
            </p:nvCxnSpPr>
            <p:spPr>
              <a:xfrm>
                <a:off x="5895552" y="5521473"/>
                <a:ext cx="0" cy="11176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>
                <p:custDataLst>
                  <p:tags r:id="rId30"/>
                </p:custDataLst>
              </p:nvPr>
            </p:nvCxnSpPr>
            <p:spPr>
              <a:xfrm>
                <a:off x="2760586" y="5521473"/>
                <a:ext cx="0" cy="11176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78" name="文本框 77"/>
            <p:cNvSpPr txBox="1"/>
            <p:nvPr/>
          </p:nvSpPr>
          <p:spPr>
            <a:xfrm>
              <a:off x="6219" y="8305"/>
              <a:ext cx="2619" cy="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33 </a:t>
              </a:r>
              <a:r>
                <a:rPr lang="zh-CN" altLang="en-US" sz="1200" dirty="0"/>
                <a:t>CM</a:t>
              </a:r>
              <a:r>
                <a:rPr lang="en-US" altLang="zh-CN" sz="1200" dirty="0"/>
                <a:t>/13INCH</a:t>
              </a:r>
              <a:endParaRPr lang="zh-CN" altLang="en-US" sz="1200" dirty="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745024" y="1471036"/>
            <a:ext cx="328295" cy="1800000"/>
            <a:chOff x="165" y="4278"/>
            <a:chExt cx="517" cy="3792"/>
          </a:xfrm>
        </p:grpSpPr>
        <p:grpSp>
          <p:nvGrpSpPr>
            <p:cNvPr id="52" name="组合 51"/>
            <p:cNvGrpSpPr/>
            <p:nvPr>
              <p:custDataLst>
                <p:tags r:id="rId24"/>
              </p:custDataLst>
            </p:nvPr>
          </p:nvGrpSpPr>
          <p:grpSpPr>
            <a:xfrm rot="5400000">
              <a:off x="-1311" y="6078"/>
              <a:ext cx="3792" cy="192"/>
              <a:chOff x="747" y="3130"/>
              <a:chExt cx="2061" cy="176"/>
            </a:xfrm>
          </p:grpSpPr>
          <p:cxnSp>
            <p:nvCxnSpPr>
              <p:cNvPr id="53" name="直接连接符 52"/>
              <p:cNvCxnSpPr/>
              <p:nvPr>
                <p:custDataLst>
                  <p:tags r:id="rId25"/>
                </p:custDataLst>
              </p:nvPr>
            </p:nvCxnSpPr>
            <p:spPr>
              <a:xfrm>
                <a:off x="747" y="3218"/>
                <a:ext cx="2061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>
                <p:custDataLst>
                  <p:tags r:id="rId26"/>
                </p:custDataLst>
              </p:nvPr>
            </p:nvCxnSpPr>
            <p:spPr>
              <a:xfrm>
                <a:off x="747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>
                <p:custDataLst>
                  <p:tags r:id="rId27"/>
                </p:custDataLst>
              </p:nvPr>
            </p:nvCxnSpPr>
            <p:spPr>
              <a:xfrm>
                <a:off x="2808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44" name="文本框 43"/>
            <p:cNvSpPr txBox="1"/>
            <p:nvPr/>
          </p:nvSpPr>
          <p:spPr>
            <a:xfrm rot="16200000">
              <a:off x="-1106" y="5947"/>
              <a:ext cx="2976" cy="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16.5</a:t>
              </a:r>
              <a:r>
                <a:rPr lang="zh-CN" altLang="en-US" sz="1200" dirty="0"/>
                <a:t>CM</a:t>
              </a:r>
              <a:r>
                <a:rPr lang="en-US" altLang="zh-CN" sz="1200" dirty="0"/>
                <a:t>/ 6.5 INCH</a:t>
              </a:r>
              <a:endParaRPr lang="zh-CN" altLang="en-US" sz="1200" dirty="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-3546" y="1800701"/>
            <a:ext cx="337185" cy="3599815"/>
            <a:chOff x="3916" y="2636"/>
            <a:chExt cx="531" cy="5669"/>
          </a:xfrm>
        </p:grpSpPr>
        <p:grpSp>
          <p:nvGrpSpPr>
            <p:cNvPr id="24" name="组合 23"/>
            <p:cNvGrpSpPr/>
            <p:nvPr>
              <p:custDataLst>
                <p:tags r:id="rId20"/>
              </p:custDataLst>
            </p:nvPr>
          </p:nvGrpSpPr>
          <p:grpSpPr>
            <a:xfrm rot="5400000">
              <a:off x="1516" y="5374"/>
              <a:ext cx="5669" cy="192"/>
              <a:chOff x="747" y="3130"/>
              <a:chExt cx="2061" cy="176"/>
            </a:xfrm>
          </p:grpSpPr>
          <p:cxnSp>
            <p:nvCxnSpPr>
              <p:cNvPr id="25" name="直接连接符 24"/>
              <p:cNvCxnSpPr/>
              <p:nvPr>
                <p:custDataLst>
                  <p:tags r:id="rId21"/>
                </p:custDataLst>
              </p:nvPr>
            </p:nvCxnSpPr>
            <p:spPr>
              <a:xfrm>
                <a:off x="747" y="3218"/>
                <a:ext cx="2061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>
                <p:custDataLst>
                  <p:tags r:id="rId22"/>
                </p:custDataLst>
              </p:nvPr>
            </p:nvCxnSpPr>
            <p:spPr>
              <a:xfrm>
                <a:off x="747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>
                <p:custDataLst>
                  <p:tags r:id="rId23"/>
                </p:custDataLst>
              </p:nvPr>
            </p:nvCxnSpPr>
            <p:spPr>
              <a:xfrm>
                <a:off x="2808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45" name="文本框 44"/>
            <p:cNvSpPr txBox="1"/>
            <p:nvPr/>
          </p:nvSpPr>
          <p:spPr>
            <a:xfrm rot="16200000">
              <a:off x="2452" y="5252"/>
              <a:ext cx="3361" cy="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33 </a:t>
              </a:r>
              <a:r>
                <a:rPr lang="zh-CN" altLang="en-US" sz="1200" dirty="0"/>
                <a:t>CM</a:t>
              </a:r>
              <a:r>
                <a:rPr lang="en-US" altLang="zh-CN" sz="1200" dirty="0"/>
                <a:t>/13INCH</a:t>
              </a:r>
              <a:endParaRPr lang="zh-CN" altLang="en-US" sz="120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113391" y="1799881"/>
            <a:ext cx="531283" cy="3600000"/>
            <a:chOff x="9895" y="2705"/>
            <a:chExt cx="837" cy="5482"/>
          </a:xfrm>
        </p:grpSpPr>
        <p:grpSp>
          <p:nvGrpSpPr>
            <p:cNvPr id="57" name="组合 56"/>
            <p:cNvGrpSpPr/>
            <p:nvPr/>
          </p:nvGrpSpPr>
          <p:grpSpPr>
            <a:xfrm>
              <a:off x="9895" y="2705"/>
              <a:ext cx="192" cy="5482"/>
              <a:chOff x="4538585" y="1570009"/>
              <a:chExt cx="121874" cy="3810703"/>
            </a:xfrm>
          </p:grpSpPr>
          <p:cxnSp>
            <p:nvCxnSpPr>
              <p:cNvPr id="60" name="直接连接符 59"/>
              <p:cNvCxnSpPr/>
              <p:nvPr>
                <p:custDataLst>
                  <p:tags r:id="rId15"/>
                </p:custDataLst>
              </p:nvPr>
            </p:nvCxnSpPr>
            <p:spPr>
              <a:xfrm>
                <a:off x="4599522" y="1570009"/>
                <a:ext cx="0" cy="1901017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>
                <p:custDataLst>
                  <p:tags r:id="rId16"/>
                </p:custDataLst>
              </p:nvPr>
            </p:nvCxnSpPr>
            <p:spPr>
              <a:xfrm rot="5400000">
                <a:off x="4599522" y="1509072"/>
                <a:ext cx="0" cy="121873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/>
              <p:nvPr>
                <p:custDataLst>
                  <p:tags r:id="rId17"/>
                </p:custDataLst>
              </p:nvPr>
            </p:nvCxnSpPr>
            <p:spPr>
              <a:xfrm rot="5400000">
                <a:off x="4599522" y="3410090"/>
                <a:ext cx="0" cy="121873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>
                <p:custDataLst>
                  <p:tags r:id="rId18"/>
                </p:custDataLst>
              </p:nvPr>
            </p:nvCxnSpPr>
            <p:spPr>
              <a:xfrm>
                <a:off x="4599522" y="3471026"/>
                <a:ext cx="0" cy="190968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>
                <p:custDataLst>
                  <p:tags r:id="rId19"/>
                </p:custDataLst>
              </p:nvPr>
            </p:nvCxnSpPr>
            <p:spPr>
              <a:xfrm flipH="1">
                <a:off x="4538587" y="5380712"/>
                <a:ext cx="121872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5" name="组合 4"/>
            <p:cNvGrpSpPr/>
            <p:nvPr/>
          </p:nvGrpSpPr>
          <p:grpSpPr>
            <a:xfrm>
              <a:off x="10005" y="3431"/>
              <a:ext cx="727" cy="4030"/>
              <a:chOff x="10005" y="3530"/>
              <a:chExt cx="727" cy="4030"/>
            </a:xfrm>
          </p:grpSpPr>
          <p:sp>
            <p:nvSpPr>
              <p:cNvPr id="46" name="文本框 45"/>
              <p:cNvSpPr txBox="1"/>
              <p:nvPr/>
            </p:nvSpPr>
            <p:spPr>
              <a:xfrm rot="16200000">
                <a:off x="9620" y="3915"/>
                <a:ext cx="1496" cy="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dirty="0"/>
                  <a:t>16.5 </a:t>
                </a:r>
                <a:r>
                  <a:rPr lang="zh-CN" altLang="en-US" sz="1200" dirty="0"/>
                  <a:t>CM</a:t>
                </a:r>
                <a:endParaRPr lang="en-US" altLang="zh-CN" sz="1200" dirty="0"/>
              </a:p>
              <a:p>
                <a:pPr algn="ctr"/>
                <a:r>
                  <a:rPr lang="en-US" altLang="zh-CN" sz="1200" dirty="0"/>
                  <a:t>6.5 INCH</a:t>
                </a:r>
                <a:endParaRPr lang="zh-CN" altLang="en-US" sz="1200" dirty="0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 rot="16200000">
                <a:off x="9620" y="6449"/>
                <a:ext cx="1496" cy="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dirty="0"/>
                  <a:t>16.5 </a:t>
                </a:r>
                <a:r>
                  <a:rPr lang="zh-CN" altLang="en-US" sz="1200" dirty="0"/>
                  <a:t>CM</a:t>
                </a:r>
                <a:endParaRPr lang="en-US" altLang="zh-CN" sz="1200" dirty="0"/>
              </a:p>
              <a:p>
                <a:pPr algn="ctr"/>
                <a:r>
                  <a:rPr lang="en-US" altLang="zh-CN" sz="1200" dirty="0"/>
                  <a:t>6.5 INCH</a:t>
                </a:r>
                <a:endParaRPr lang="zh-CN" altLang="en-US" sz="1200" dirty="0"/>
              </a:p>
            </p:txBody>
          </p:sp>
        </p:grpSp>
      </p:grpSp>
      <p:grpSp>
        <p:nvGrpSpPr>
          <p:cNvPr id="15" name="组合 14"/>
          <p:cNvGrpSpPr/>
          <p:nvPr/>
        </p:nvGrpSpPr>
        <p:grpSpPr>
          <a:xfrm rot="5400000">
            <a:off x="5899136" y="2619433"/>
            <a:ext cx="336550" cy="1800000"/>
            <a:chOff x="489" y="4278"/>
            <a:chExt cx="530" cy="3792"/>
          </a:xfrm>
        </p:grpSpPr>
        <p:grpSp>
          <p:nvGrpSpPr>
            <p:cNvPr id="16" name="组合 15"/>
            <p:cNvGrpSpPr/>
            <p:nvPr>
              <p:custDataLst>
                <p:tags r:id="rId11"/>
              </p:custDataLst>
            </p:nvPr>
          </p:nvGrpSpPr>
          <p:grpSpPr>
            <a:xfrm rot="5400000">
              <a:off x="-1311" y="6078"/>
              <a:ext cx="3792" cy="192"/>
              <a:chOff x="747" y="3130"/>
              <a:chExt cx="2061" cy="176"/>
            </a:xfrm>
          </p:grpSpPr>
          <p:cxnSp>
            <p:nvCxnSpPr>
              <p:cNvPr id="17" name="直接连接符 16"/>
              <p:cNvCxnSpPr/>
              <p:nvPr>
                <p:custDataLst>
                  <p:tags r:id="rId12"/>
                </p:custDataLst>
              </p:nvPr>
            </p:nvCxnSpPr>
            <p:spPr>
              <a:xfrm>
                <a:off x="747" y="3218"/>
                <a:ext cx="2061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>
                <p:custDataLst>
                  <p:tags r:id="rId13"/>
                </p:custDataLst>
              </p:nvPr>
            </p:nvCxnSpPr>
            <p:spPr>
              <a:xfrm>
                <a:off x="747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>
                <p:custDataLst>
                  <p:tags r:id="rId14"/>
                </p:custDataLst>
              </p:nvPr>
            </p:nvCxnSpPr>
            <p:spPr>
              <a:xfrm>
                <a:off x="2808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/>
            <p:cNvSpPr txBox="1"/>
            <p:nvPr/>
          </p:nvSpPr>
          <p:spPr>
            <a:xfrm rot="16200000">
              <a:off x="-686" y="5958"/>
              <a:ext cx="2976" cy="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16.5</a:t>
              </a:r>
              <a:r>
                <a:rPr lang="zh-CN" altLang="en-US" sz="1200" dirty="0"/>
                <a:t>CM</a:t>
              </a:r>
              <a:r>
                <a:rPr lang="en-US" altLang="zh-CN" sz="1200" dirty="0"/>
                <a:t>/ 6.5 INCH</a:t>
              </a:r>
              <a:endParaRPr lang="zh-CN" altLang="en-US" sz="1200" dirty="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27619" y="1800089"/>
            <a:ext cx="3599180" cy="3599180"/>
            <a:chOff x="4609" y="2254"/>
            <a:chExt cx="5668" cy="5668"/>
          </a:xfrm>
        </p:grpSpPr>
        <p:cxnSp>
          <p:nvCxnSpPr>
            <p:cNvPr id="3" name="直接连接符 2"/>
            <p:cNvCxnSpPr>
              <a:cxnSpLocks/>
            </p:cNvCxnSpPr>
            <p:nvPr/>
          </p:nvCxnSpPr>
          <p:spPr>
            <a:xfrm>
              <a:off x="4609" y="5088"/>
              <a:ext cx="5669" cy="0"/>
            </a:xfrm>
            <a:prstGeom prst="line">
              <a:avLst/>
            </a:prstGeom>
            <a:ln w="12700" cap="rnd">
              <a:solidFill>
                <a:schemeClr val="bg1">
                  <a:lumMod val="85000"/>
                </a:schemeClr>
              </a:solidFill>
              <a:prstDash val="sysDash"/>
              <a:beve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cxnSpLocks/>
            </p:cNvCxnSpPr>
            <p:nvPr/>
          </p:nvCxnSpPr>
          <p:spPr>
            <a:xfrm flipV="1">
              <a:off x="7443" y="2254"/>
              <a:ext cx="0" cy="5669"/>
            </a:xfrm>
            <a:prstGeom prst="line">
              <a:avLst/>
            </a:prstGeom>
            <a:ln w="12700" cap="rnd">
              <a:solidFill>
                <a:schemeClr val="bg1">
                  <a:lumMod val="85000"/>
                </a:schemeClr>
              </a:solidFill>
              <a:prstDash val="sysDash"/>
              <a:beve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58" name="图片 57" descr="330常用压纹（50mm）">
            <a:extLst>
              <a:ext uri="{FF2B5EF4-FFF2-40B4-BE49-F238E27FC236}">
                <a16:creationId xmlns:a16="http://schemas.microsoft.com/office/drawing/2014/main" id="{EEC70BC0-481F-4C8C-A8D4-CDE127A85571}"/>
              </a:ext>
            </a:extLst>
          </p:cNvPr>
          <p:cNvPicPr>
            <a:picLocks noChangeAspect="1"/>
          </p:cNvPicPr>
          <p:nvPr/>
        </p:nvPicPr>
        <p:blipFill>
          <a:blip r:embed="rId33">
            <a:alphaModFix amt="80000"/>
          </a:blip>
          <a:stretch>
            <a:fillRect/>
          </a:stretch>
        </p:blipFill>
        <p:spPr>
          <a:xfrm>
            <a:off x="5146734" y="1463917"/>
            <a:ext cx="1800397" cy="1803970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E287543D-78DF-4DFB-88BB-ED0E23DCBEA3}"/>
              </a:ext>
            </a:extLst>
          </p:cNvPr>
          <p:cNvPicPr>
            <a:picLocks noChangeAspect="1"/>
          </p:cNvPicPr>
          <p:nvPr/>
        </p:nvPicPr>
        <p:blipFill>
          <a:blip r:embed="rId34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93" y="1773885"/>
            <a:ext cx="3630846" cy="3651541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CA9ADAEF-4138-4442-A4B0-07D03C4A0A30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31" y="273134"/>
            <a:ext cx="1101661" cy="744855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05165C94-04F5-4C8A-810B-06AC2CC8364F}"/>
              </a:ext>
            </a:extLst>
          </p:cNvPr>
          <p:cNvSpPr txBox="1"/>
          <p:nvPr/>
        </p:nvSpPr>
        <p:spPr>
          <a:xfrm>
            <a:off x="1968483" y="230064"/>
            <a:ext cx="52308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kern="1500" spc="50" dirty="0">
                <a:solidFill>
                  <a:srgbClr val="995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PAPER NAPKINS /SERVIETTEN</a:t>
            </a:r>
          </a:p>
          <a:p>
            <a:r>
              <a:rPr lang="en-US" altLang="zh-CN" sz="2400" b="1" kern="1500" spc="50" dirty="0">
                <a:solidFill>
                  <a:srgbClr val="995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SERVIETTES</a:t>
            </a:r>
            <a:endParaRPr lang="zh-CN" altLang="en-US" sz="2400" b="1" kern="1500" spc="50" dirty="0">
              <a:solidFill>
                <a:srgbClr val="995F3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8" name="Picture 87" descr="F2516-正面.jp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115997" y="1474163"/>
            <a:ext cx="1807394" cy="1803573"/>
          </a:xfrm>
          <a:prstGeom prst="rect">
            <a:avLst/>
          </a:prstGeom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442BC4A4-4117-4962-932A-A219DF73461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634214" y="1095845"/>
            <a:ext cx="937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Front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96326FF7-CCAD-47E2-8306-CD30A795DB34}"/>
              </a:ext>
            </a:extLst>
          </p:cNvPr>
          <p:cNvGrpSpPr/>
          <p:nvPr/>
        </p:nvGrpSpPr>
        <p:grpSpPr>
          <a:xfrm>
            <a:off x="4699452" y="3974403"/>
            <a:ext cx="328295" cy="1800000"/>
            <a:chOff x="165" y="4278"/>
            <a:chExt cx="517" cy="3792"/>
          </a:xfrm>
        </p:grpSpPr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04BBA741-7A6B-4758-AB9C-7E8953D53FDA}"/>
                </a:ext>
              </a:extLst>
            </p:cNvPr>
            <p:cNvGrpSpPr/>
            <p:nvPr>
              <p:custDataLst>
                <p:tags r:id="rId7"/>
              </p:custDataLst>
            </p:nvPr>
          </p:nvGrpSpPr>
          <p:grpSpPr>
            <a:xfrm rot="5400000">
              <a:off x="-1311" y="6078"/>
              <a:ext cx="3792" cy="192"/>
              <a:chOff x="747" y="3130"/>
              <a:chExt cx="2061" cy="176"/>
            </a:xfrm>
          </p:grpSpPr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C6A91089-ED19-4571-96E6-A3DFBEE2E7C2}"/>
                  </a:ext>
                </a:extLst>
              </p:cNvPr>
              <p:cNvCxnSpPr/>
              <p:nvPr>
                <p:custDataLst>
                  <p:tags r:id="rId8"/>
                </p:custDataLst>
              </p:nvPr>
            </p:nvCxnSpPr>
            <p:spPr>
              <a:xfrm>
                <a:off x="747" y="3218"/>
                <a:ext cx="2061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2F377982-FB69-4E18-8307-37BC99CA9D3E}"/>
                  </a:ext>
                </a:extLst>
              </p:cNvPr>
              <p:cNvCxnSpPr/>
              <p:nvPr>
                <p:custDataLst>
                  <p:tags r:id="rId9"/>
                </p:custDataLst>
              </p:nvPr>
            </p:nvCxnSpPr>
            <p:spPr>
              <a:xfrm>
                <a:off x="747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08288517-0E8B-4CAC-BEEB-BC2075C56971}"/>
                  </a:ext>
                </a:extLst>
              </p:cNvPr>
              <p:cNvCxnSpPr/>
              <p:nvPr>
                <p:custDataLst>
                  <p:tags r:id="rId10"/>
                </p:custDataLst>
              </p:nvPr>
            </p:nvCxnSpPr>
            <p:spPr>
              <a:xfrm>
                <a:off x="2808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16AC971E-F80F-442C-853C-C0FA04D2E4AE}"/>
                </a:ext>
              </a:extLst>
            </p:cNvPr>
            <p:cNvSpPr txBox="1"/>
            <p:nvPr/>
          </p:nvSpPr>
          <p:spPr>
            <a:xfrm rot="16200000">
              <a:off x="-1106" y="5947"/>
              <a:ext cx="2976" cy="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16.5</a:t>
              </a:r>
              <a:r>
                <a:rPr lang="zh-CN" altLang="en-US" sz="1200" dirty="0"/>
                <a:t>CM</a:t>
              </a:r>
              <a:r>
                <a:rPr lang="en-US" altLang="zh-CN" sz="1200" dirty="0"/>
                <a:t>/ 6.5 INCH</a:t>
              </a:r>
              <a:endParaRPr lang="zh-CN" altLang="en-US" sz="1200" dirty="0"/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F843C5DB-4EB6-40D1-93EB-52A1E60F7CD7}"/>
              </a:ext>
            </a:extLst>
          </p:cNvPr>
          <p:cNvGrpSpPr/>
          <p:nvPr/>
        </p:nvGrpSpPr>
        <p:grpSpPr>
          <a:xfrm rot="5400000">
            <a:off x="5853564" y="5122800"/>
            <a:ext cx="336550" cy="1800000"/>
            <a:chOff x="489" y="4278"/>
            <a:chExt cx="530" cy="3792"/>
          </a:xfrm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C93E066E-8D18-4A29-BCFE-2D84F2F09B2E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 rot="5400000">
              <a:off x="-1311" y="6078"/>
              <a:ext cx="3792" cy="192"/>
              <a:chOff x="747" y="3130"/>
              <a:chExt cx="2061" cy="176"/>
            </a:xfrm>
          </p:grpSpPr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8AD9ECF4-1831-4875-BCF5-A4F4CA4681D4}"/>
                  </a:ext>
                </a:extLst>
              </p:cNvPr>
              <p:cNvCxnSpPr/>
              <p:nvPr>
                <p:custDataLst>
                  <p:tags r:id="rId4"/>
                </p:custDataLst>
              </p:nvPr>
            </p:nvCxnSpPr>
            <p:spPr>
              <a:xfrm>
                <a:off x="747" y="3218"/>
                <a:ext cx="2061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9B346CBF-1BF5-497D-A220-D20F1D3D5EE5}"/>
                  </a:ext>
                </a:extLst>
              </p:cNvPr>
              <p:cNvCxnSpPr/>
              <p:nvPr>
                <p:custDataLst>
                  <p:tags r:id="rId5"/>
                </p:custDataLst>
              </p:nvPr>
            </p:nvCxnSpPr>
            <p:spPr>
              <a:xfrm>
                <a:off x="747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F457F310-173F-4767-A95F-F811D7213BB6}"/>
                  </a:ext>
                </a:extLst>
              </p:cNvPr>
              <p:cNvCxnSpPr/>
              <p:nvPr>
                <p:custDataLst>
                  <p:tags r:id="rId6"/>
                </p:custDataLst>
              </p:nvPr>
            </p:nvCxnSpPr>
            <p:spPr>
              <a:xfrm>
                <a:off x="2808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90F9AF03-E6C7-4B18-8DE9-937E487EC50D}"/>
                </a:ext>
              </a:extLst>
            </p:cNvPr>
            <p:cNvSpPr txBox="1"/>
            <p:nvPr/>
          </p:nvSpPr>
          <p:spPr>
            <a:xfrm rot="16200000">
              <a:off x="-686" y="5958"/>
              <a:ext cx="2976" cy="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/>
                <a:t>16.5</a:t>
              </a:r>
              <a:r>
                <a:rPr lang="zh-CN" altLang="en-US" sz="1200" dirty="0"/>
                <a:t>CM</a:t>
              </a:r>
              <a:r>
                <a:rPr lang="en-US" altLang="zh-CN" sz="1200" dirty="0"/>
                <a:t>/ 6.5 INCH</a:t>
              </a:r>
              <a:endParaRPr lang="zh-CN" altLang="en-US" sz="1200" dirty="0"/>
            </a:p>
          </p:txBody>
        </p:sp>
      </p:grpSp>
      <p:pic>
        <p:nvPicPr>
          <p:cNvPr id="84" name="图片 83" descr="330常用压纹（50mm）">
            <a:extLst>
              <a:ext uri="{FF2B5EF4-FFF2-40B4-BE49-F238E27FC236}">
                <a16:creationId xmlns:a16="http://schemas.microsoft.com/office/drawing/2014/main" id="{EB53292D-2D47-4133-A300-9572C78DF2C3}"/>
              </a:ext>
            </a:extLst>
          </p:cNvPr>
          <p:cNvPicPr>
            <a:picLocks noChangeAspect="1"/>
          </p:cNvPicPr>
          <p:nvPr/>
        </p:nvPicPr>
        <p:blipFill>
          <a:blip r:embed="rId33">
            <a:alphaModFix amt="80000"/>
          </a:blip>
          <a:stretch>
            <a:fillRect/>
          </a:stretch>
        </p:blipFill>
        <p:spPr>
          <a:xfrm rot="5400000">
            <a:off x="5171267" y="3967671"/>
            <a:ext cx="1800397" cy="1803970"/>
          </a:xfrm>
          <a:prstGeom prst="rect">
            <a:avLst/>
          </a:prstGeom>
        </p:spPr>
      </p:pic>
      <p:pic>
        <p:nvPicPr>
          <p:cNvPr id="85" name="1">
            <a:extLst>
              <a:ext uri="{FF2B5EF4-FFF2-40B4-BE49-F238E27FC236}">
                <a16:creationId xmlns:a16="http://schemas.microsoft.com/office/drawing/2014/main" id="{9DC966BB-7CB8-4964-A17D-972F659994CE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838" y="3970830"/>
            <a:ext cx="1807394" cy="1803573"/>
          </a:xfrm>
          <a:prstGeom prst="rect">
            <a:avLst/>
          </a:prstGeom>
        </p:spPr>
      </p:pic>
      <p:sp>
        <p:nvSpPr>
          <p:cNvPr id="87" name="文本框 86">
            <a:extLst>
              <a:ext uri="{FF2B5EF4-FFF2-40B4-BE49-F238E27FC236}">
                <a16:creationId xmlns:a16="http://schemas.microsoft.com/office/drawing/2014/main" id="{5308A8FB-F88D-4837-A3D8-AB4E56BF183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634214" y="3657442"/>
            <a:ext cx="797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Back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38582611083984,&quot;left&quot;:43.2,&quot;top&quot;:125.2,&quot;width&quot;:644.135826771653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38582611083984,&quot;left&quot;:43.2,&quot;top&quot;:125.2,&quot;width&quot;:644.135826771653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</TotalTime>
  <Words>57</Words>
  <Application>Microsoft Macintosh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主题​​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fangfang deng</dc:creator>
  <cp:lastModifiedBy>Winfred Wang</cp:lastModifiedBy>
  <cp:revision>190</cp:revision>
  <dcterms:created xsi:type="dcterms:W3CDTF">2025-01-16T08:31:00Z</dcterms:created>
  <dcterms:modified xsi:type="dcterms:W3CDTF">2025-07-24T18:36:08Z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FD5F0D85B72F48B2A1F60C501C568B04_13</vt:lpwstr>
  </property>
  <property fmtid="{D5CDD505-2E9C-101B-9397-08002B2CF9AE}" pid="3" name="KSOProductBuildVer">
    <vt:lpwstr>2052-12.1.0.21915</vt:lpwstr>
  </property>
</Properties>
</file>