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2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82" r:id="rId2"/>
    <p:sldId id="272" r:id="rId3"/>
    <p:sldId id="284" r:id="rId4"/>
    <p:sldId id="276" r:id="rId5"/>
    <p:sldId id="270" r:id="rId6"/>
    <p:sldId id="287" r:id="rId7"/>
  </p:sldIdLst>
  <p:sldSz cx="7199313" cy="7199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3D9"/>
    <a:srgbClr val="F9D574"/>
    <a:srgbClr val="FDF3D8"/>
    <a:srgbClr val="995F32"/>
    <a:srgbClr val="EAEBED"/>
    <a:srgbClr val="8669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6034" autoAdjust="0"/>
  </p:normalViewPr>
  <p:slideViewPr>
    <p:cSldViewPr snapToGrid="0">
      <p:cViewPr varScale="1">
        <p:scale>
          <a:sx n="112" d="100"/>
          <a:sy n="112" d="100"/>
        </p:scale>
        <p:origin x="9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400CBD-AB4F-495F-8AB7-7ACBB9CAE89D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83437D-AE09-4900-AA61-88892A951D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83437D-AE09-4900-AA61-88892A951D22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83437D-AE09-4900-AA61-88892A951D22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83437D-AE09-4900-AA61-88892A951D22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178222"/>
            <a:ext cx="6119416" cy="2506427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3781306"/>
            <a:ext cx="5399485" cy="1738167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5"/>
            </a:lvl3pPr>
            <a:lvl4pPr marL="1080135" indent="0" algn="ctr">
              <a:buNone/>
              <a:defRPr sz="1260"/>
            </a:lvl4pPr>
            <a:lvl5pPr marL="1439545" indent="0" algn="ctr">
              <a:buNone/>
              <a:defRPr sz="1260"/>
            </a:lvl5pPr>
            <a:lvl6pPr marL="1799590" indent="0" algn="ctr">
              <a:buNone/>
              <a:defRPr sz="1260"/>
            </a:lvl6pPr>
            <a:lvl7pPr marL="2159635" indent="0" algn="ctr">
              <a:buNone/>
              <a:defRPr sz="1260"/>
            </a:lvl7pPr>
            <a:lvl8pPr marL="2519680" indent="0" algn="ctr">
              <a:buNone/>
              <a:defRPr sz="1260"/>
            </a:lvl8pPr>
            <a:lvl9pPr marL="2879725" indent="0" algn="ctr">
              <a:buNone/>
              <a:defRPr sz="126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1794831"/>
            <a:ext cx="6209407" cy="2994714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4817876"/>
            <a:ext cx="6209407" cy="1574849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20090" indent="0">
              <a:buNone/>
              <a:defRPr sz="1415">
                <a:solidFill>
                  <a:schemeClr val="tx1">
                    <a:tint val="75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54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59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63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72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916484"/>
            <a:ext cx="3059708" cy="45678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916484"/>
            <a:ext cx="3059708" cy="45678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383299"/>
            <a:ext cx="6209407" cy="139153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764832"/>
            <a:ext cx="3045646" cy="86491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5" b="1"/>
            </a:lvl3pPr>
            <a:lvl4pPr marL="1080135" indent="0">
              <a:buNone/>
              <a:defRPr sz="1260" b="1"/>
            </a:lvl4pPr>
            <a:lvl5pPr marL="1439545" indent="0">
              <a:buNone/>
              <a:defRPr sz="1260" b="1"/>
            </a:lvl5pPr>
            <a:lvl6pPr marL="1799590" indent="0">
              <a:buNone/>
              <a:defRPr sz="1260" b="1"/>
            </a:lvl6pPr>
            <a:lvl7pPr marL="2159635" indent="0">
              <a:buNone/>
              <a:defRPr sz="1260" b="1"/>
            </a:lvl7pPr>
            <a:lvl8pPr marL="2519680" indent="0">
              <a:buNone/>
              <a:defRPr sz="1260" b="1"/>
            </a:lvl8pPr>
            <a:lvl9pPr marL="2879725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2629749"/>
            <a:ext cx="3045646" cy="386796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764832"/>
            <a:ext cx="3060646" cy="86491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5" b="1"/>
            </a:lvl3pPr>
            <a:lvl4pPr marL="1080135" indent="0">
              <a:buNone/>
              <a:defRPr sz="1260" b="1"/>
            </a:lvl4pPr>
            <a:lvl5pPr marL="1439545" indent="0">
              <a:buNone/>
              <a:defRPr sz="1260" b="1"/>
            </a:lvl5pPr>
            <a:lvl6pPr marL="1799590" indent="0">
              <a:buNone/>
              <a:defRPr sz="1260" b="1"/>
            </a:lvl6pPr>
            <a:lvl7pPr marL="2159635" indent="0">
              <a:buNone/>
              <a:defRPr sz="1260" b="1"/>
            </a:lvl7pPr>
            <a:lvl8pPr marL="2519680" indent="0">
              <a:buNone/>
              <a:defRPr sz="1260" b="1"/>
            </a:lvl8pPr>
            <a:lvl9pPr marL="2879725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2629749"/>
            <a:ext cx="3060646" cy="386796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79954"/>
            <a:ext cx="2321966" cy="1679840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1036570"/>
            <a:ext cx="3644652" cy="5116178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159794"/>
            <a:ext cx="2321966" cy="4001285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0"/>
            </a:lvl2pPr>
            <a:lvl3pPr marL="720090" indent="0">
              <a:buNone/>
              <a:defRPr sz="945"/>
            </a:lvl3pPr>
            <a:lvl4pPr marL="1080135" indent="0">
              <a:buNone/>
              <a:defRPr sz="785"/>
            </a:lvl4pPr>
            <a:lvl5pPr marL="1439545" indent="0">
              <a:buNone/>
              <a:defRPr sz="785"/>
            </a:lvl5pPr>
            <a:lvl6pPr marL="1799590" indent="0">
              <a:buNone/>
              <a:defRPr sz="785"/>
            </a:lvl6pPr>
            <a:lvl7pPr marL="2159635" indent="0">
              <a:buNone/>
              <a:defRPr sz="785"/>
            </a:lvl7pPr>
            <a:lvl8pPr marL="2519680" indent="0">
              <a:buNone/>
              <a:defRPr sz="785"/>
            </a:lvl8pPr>
            <a:lvl9pPr marL="2879725" indent="0">
              <a:buNone/>
              <a:defRPr sz="78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79954"/>
            <a:ext cx="2321966" cy="1679840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1036570"/>
            <a:ext cx="3644652" cy="5116178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39545" indent="0">
              <a:buNone/>
              <a:defRPr sz="1575"/>
            </a:lvl5pPr>
            <a:lvl6pPr marL="1799590" indent="0">
              <a:buNone/>
              <a:defRPr sz="1575"/>
            </a:lvl6pPr>
            <a:lvl7pPr marL="2159635" indent="0">
              <a:buNone/>
              <a:defRPr sz="1575"/>
            </a:lvl7pPr>
            <a:lvl8pPr marL="2519680" indent="0">
              <a:buNone/>
              <a:defRPr sz="1575"/>
            </a:lvl8pPr>
            <a:lvl9pPr marL="2879725" indent="0">
              <a:buNone/>
              <a:defRPr sz="157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159794"/>
            <a:ext cx="2321966" cy="4001285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0"/>
            </a:lvl2pPr>
            <a:lvl3pPr marL="720090" indent="0">
              <a:buNone/>
              <a:defRPr sz="945"/>
            </a:lvl3pPr>
            <a:lvl4pPr marL="1080135" indent="0">
              <a:buNone/>
              <a:defRPr sz="785"/>
            </a:lvl4pPr>
            <a:lvl5pPr marL="1439545" indent="0">
              <a:buNone/>
              <a:defRPr sz="785"/>
            </a:lvl5pPr>
            <a:lvl6pPr marL="1799590" indent="0">
              <a:buNone/>
              <a:defRPr sz="785"/>
            </a:lvl6pPr>
            <a:lvl7pPr marL="2159635" indent="0">
              <a:buNone/>
              <a:defRPr sz="785"/>
            </a:lvl7pPr>
            <a:lvl8pPr marL="2519680" indent="0">
              <a:buNone/>
              <a:defRPr sz="785"/>
            </a:lvl8pPr>
            <a:lvl9pPr marL="2879725" indent="0">
              <a:buNone/>
              <a:defRPr sz="78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383297"/>
            <a:ext cx="1552352" cy="610108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383297"/>
            <a:ext cx="4567064" cy="610108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383299"/>
            <a:ext cx="6209407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916484"/>
            <a:ext cx="6209407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6672698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1967BA-080F-4186-B318-C2E21DB377F3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6672698"/>
            <a:ext cx="2429768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6672698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705" indent="-179705" algn="l" defTabSz="720090" rtl="0" eaLnBrk="1" latinLnBrk="0" hangingPunct="1">
        <a:lnSpc>
          <a:spcPct val="90000"/>
        </a:lnSpc>
        <a:spcBef>
          <a:spcPts val="785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39750" indent="-179705" algn="l" defTabSz="720090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795" indent="-179705" algn="l" defTabSz="720090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40" indent="-179705" algn="l" defTabSz="720090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4pPr>
      <a:lvl5pPr marL="1619885" indent="-179705" algn="l" defTabSz="720090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5pPr>
      <a:lvl6pPr marL="1979930" indent="-179705" algn="l" defTabSz="720090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6pPr>
      <a:lvl7pPr marL="2339975" indent="-179705" algn="l" defTabSz="720090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7pPr>
      <a:lvl8pPr marL="2699385" indent="-179705" algn="l" defTabSz="720090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8pPr>
      <a:lvl9pPr marL="3059430" indent="-179705" algn="l" defTabSz="720090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4pPr>
      <a:lvl5pPr marL="1439545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5pPr>
      <a:lvl6pPr marL="1799590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6pPr>
      <a:lvl7pPr marL="2159635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7pPr>
      <a:lvl8pPr marL="2519680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8pPr>
      <a:lvl9pPr marL="2879725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13" Type="http://schemas.openxmlformats.org/officeDocument/2006/relationships/image" Target="../media/image4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7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6.png"/><Relationship Id="rId5" Type="http://schemas.openxmlformats.org/officeDocument/2006/relationships/tags" Target="../tags/tag5.xml"/><Relationship Id="rId10" Type="http://schemas.openxmlformats.org/officeDocument/2006/relationships/image" Target="../media/image5.png"/><Relationship Id="rId4" Type="http://schemas.openxmlformats.org/officeDocument/2006/relationships/tags" Target="../tags/tag4.xml"/><Relationship Id="rId9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tags" Target="../tags/tag20.xml"/><Relationship Id="rId18" Type="http://schemas.openxmlformats.org/officeDocument/2006/relationships/slideLayout" Target="../slideLayouts/slideLayout1.xml"/><Relationship Id="rId3" Type="http://schemas.openxmlformats.org/officeDocument/2006/relationships/tags" Target="../tags/tag10.xml"/><Relationship Id="rId21" Type="http://schemas.openxmlformats.org/officeDocument/2006/relationships/image" Target="../media/image9.jpeg"/><Relationship Id="rId7" Type="http://schemas.openxmlformats.org/officeDocument/2006/relationships/tags" Target="../tags/tag14.xml"/><Relationship Id="rId12" Type="http://schemas.openxmlformats.org/officeDocument/2006/relationships/tags" Target="../tags/tag19.xml"/><Relationship Id="rId17" Type="http://schemas.openxmlformats.org/officeDocument/2006/relationships/tags" Target="../tags/tag24.xml"/><Relationship Id="rId2" Type="http://schemas.openxmlformats.org/officeDocument/2006/relationships/tags" Target="../tags/tag9.xml"/><Relationship Id="rId16" Type="http://schemas.openxmlformats.org/officeDocument/2006/relationships/tags" Target="../tags/tag23.xml"/><Relationship Id="rId20" Type="http://schemas.openxmlformats.org/officeDocument/2006/relationships/image" Target="../media/image8.png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5" Type="http://schemas.openxmlformats.org/officeDocument/2006/relationships/tags" Target="../tags/tag12.xml"/><Relationship Id="rId15" Type="http://schemas.openxmlformats.org/officeDocument/2006/relationships/tags" Target="../tags/tag22.xml"/><Relationship Id="rId23" Type="http://schemas.openxmlformats.org/officeDocument/2006/relationships/image" Target="../media/image4.png"/><Relationship Id="rId10" Type="http://schemas.openxmlformats.org/officeDocument/2006/relationships/tags" Target="../tags/tag17.xml"/><Relationship Id="rId19" Type="http://schemas.openxmlformats.org/officeDocument/2006/relationships/notesSlide" Target="../notesSlides/notesSlide2.xml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tags" Target="../tags/tag21.xml"/><Relationship Id="rId22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13" Type="http://schemas.openxmlformats.org/officeDocument/2006/relationships/tags" Target="../tags/tag37.xml"/><Relationship Id="rId18" Type="http://schemas.openxmlformats.org/officeDocument/2006/relationships/tags" Target="../tags/tag42.xml"/><Relationship Id="rId26" Type="http://schemas.openxmlformats.org/officeDocument/2006/relationships/image" Target="../media/image8.png"/><Relationship Id="rId3" Type="http://schemas.openxmlformats.org/officeDocument/2006/relationships/tags" Target="../tags/tag27.xml"/><Relationship Id="rId21" Type="http://schemas.openxmlformats.org/officeDocument/2006/relationships/tags" Target="../tags/tag45.xml"/><Relationship Id="rId7" Type="http://schemas.openxmlformats.org/officeDocument/2006/relationships/tags" Target="../tags/tag31.xml"/><Relationship Id="rId12" Type="http://schemas.openxmlformats.org/officeDocument/2006/relationships/tags" Target="../tags/tag36.xml"/><Relationship Id="rId17" Type="http://schemas.openxmlformats.org/officeDocument/2006/relationships/tags" Target="../tags/tag41.xml"/><Relationship Id="rId25" Type="http://schemas.openxmlformats.org/officeDocument/2006/relationships/slideLayout" Target="../slideLayouts/slideLayout1.xml"/><Relationship Id="rId2" Type="http://schemas.openxmlformats.org/officeDocument/2006/relationships/tags" Target="../tags/tag26.xml"/><Relationship Id="rId16" Type="http://schemas.openxmlformats.org/officeDocument/2006/relationships/tags" Target="../tags/tag40.xml"/><Relationship Id="rId20" Type="http://schemas.openxmlformats.org/officeDocument/2006/relationships/tags" Target="../tags/tag44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tags" Target="../tags/tag35.xml"/><Relationship Id="rId24" Type="http://schemas.openxmlformats.org/officeDocument/2006/relationships/tags" Target="../tags/tag48.xml"/><Relationship Id="rId5" Type="http://schemas.openxmlformats.org/officeDocument/2006/relationships/tags" Target="../tags/tag29.xml"/><Relationship Id="rId15" Type="http://schemas.openxmlformats.org/officeDocument/2006/relationships/tags" Target="../tags/tag39.xml"/><Relationship Id="rId23" Type="http://schemas.openxmlformats.org/officeDocument/2006/relationships/tags" Target="../tags/tag47.xml"/><Relationship Id="rId10" Type="http://schemas.openxmlformats.org/officeDocument/2006/relationships/tags" Target="../tags/tag34.xml"/><Relationship Id="rId19" Type="http://schemas.openxmlformats.org/officeDocument/2006/relationships/tags" Target="../tags/tag43.xml"/><Relationship Id="rId4" Type="http://schemas.openxmlformats.org/officeDocument/2006/relationships/tags" Target="../tags/tag28.xml"/><Relationship Id="rId9" Type="http://schemas.openxmlformats.org/officeDocument/2006/relationships/tags" Target="../tags/tag33.xml"/><Relationship Id="rId14" Type="http://schemas.openxmlformats.org/officeDocument/2006/relationships/tags" Target="../tags/tag38.xml"/><Relationship Id="rId22" Type="http://schemas.openxmlformats.org/officeDocument/2006/relationships/tags" Target="../tags/tag46.xml"/><Relationship Id="rId27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51.xml"/><Relationship Id="rId7" Type="http://schemas.openxmlformats.org/officeDocument/2006/relationships/tags" Target="../tags/tag55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11" Type="http://schemas.openxmlformats.org/officeDocument/2006/relationships/image" Target="../media/image4.png"/><Relationship Id="rId5" Type="http://schemas.openxmlformats.org/officeDocument/2006/relationships/tags" Target="../tags/tag53.xml"/><Relationship Id="rId10" Type="http://schemas.openxmlformats.org/officeDocument/2006/relationships/image" Target="../media/image11.png"/><Relationship Id="rId4" Type="http://schemas.openxmlformats.org/officeDocument/2006/relationships/tags" Target="../tags/tag52.xml"/><Relationship Id="rId9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388" t="5866" b="27654"/>
          <a:stretch>
            <a:fillRect/>
          </a:stretch>
        </p:blipFill>
        <p:spPr>
          <a:xfrm>
            <a:off x="-533400" y="-1"/>
            <a:ext cx="7753350" cy="7199313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0" y="397476"/>
            <a:ext cx="7199314" cy="1192332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357477" y="485810"/>
            <a:ext cx="55646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altLang="zh-CN" sz="3200" b="1" dirty="0">
                <a:solidFill>
                  <a:srgbClr val="995F32"/>
                </a:solidFill>
              </a:rPr>
              <a:t>DISPOSABLE DINNER NAPKINS POCKET FOR FLATWARE </a:t>
            </a:r>
            <a:endParaRPr lang="zh-CN" altLang="en-US" sz="3200" dirty="0">
              <a:solidFill>
                <a:srgbClr val="995F32"/>
              </a:solidFill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1192" y="3382143"/>
            <a:ext cx="1712020" cy="34240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标题 3"/>
          <p:cNvSpPr txBox="1"/>
          <p:nvPr/>
        </p:nvSpPr>
        <p:spPr>
          <a:xfrm>
            <a:off x="850512" y="6536586"/>
            <a:ext cx="6369590" cy="67067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13677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97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dirty="0">
                <a:solidFill>
                  <a:srgbClr val="70330A"/>
                </a:solidFill>
                <a:latin typeface="Lucida Handwriting" panose="03010101010101010101" pitchFamily="66" charset="0"/>
                <a:ea typeface="等线" panose="02010600030101010101" pitchFamily="2" charset="-122"/>
              </a:rPr>
              <a:t>Cutlery Pocket Napkin</a:t>
            </a:r>
            <a:endParaRPr lang="zh-CN" altLang="en-US" sz="2400" dirty="0">
              <a:solidFill>
                <a:srgbClr val="70330A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551191" y="3128434"/>
            <a:ext cx="1712021" cy="1327902"/>
            <a:chOff x="2519641" y="310782"/>
            <a:chExt cx="2924175" cy="2275328"/>
          </a:xfrm>
        </p:grpSpPr>
        <p:sp>
          <p:nvSpPr>
            <p:cNvPr id="10" name="矩形 9"/>
            <p:cNvSpPr/>
            <p:nvPr/>
          </p:nvSpPr>
          <p:spPr>
            <a:xfrm>
              <a:off x="2519641" y="2522865"/>
              <a:ext cx="2924175" cy="36000"/>
            </a:xfrm>
            <a:prstGeom prst="rect">
              <a:avLst/>
            </a:prstGeom>
            <a:solidFill>
              <a:srgbClr val="DBDB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97315" y="310782"/>
              <a:ext cx="1917174" cy="2275328"/>
            </a:xfrm>
            <a:prstGeom prst="rect">
              <a:avLst/>
            </a:prstGeom>
            <a:ln>
              <a:noFill/>
            </a:ln>
            <a:effectLst>
              <a:outerShdw blurRad="76200" dist="25400" dir="2100000" algn="tl" rotWithShape="0">
                <a:srgbClr val="333333">
                  <a:alpha val="65000"/>
                </a:srgbClr>
              </a:outerShdw>
            </a:effectLst>
          </p:spPr>
        </p:pic>
      </p:grpSp>
      <p:pic>
        <p:nvPicPr>
          <p:cNvPr id="17" name="图片 16">
            <a:extLst>
              <a:ext uri="{FF2B5EF4-FFF2-40B4-BE49-F238E27FC236}">
                <a16:creationId xmlns:a16="http://schemas.microsoft.com/office/drawing/2014/main" id="{3AD6B9FF-9D08-49D9-92C9-F51CA31A278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33" y="485810"/>
            <a:ext cx="1223957" cy="7683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椭圆 66"/>
          <p:cNvSpPr/>
          <p:nvPr/>
        </p:nvSpPr>
        <p:spPr>
          <a:xfrm>
            <a:off x="59229" y="1939731"/>
            <a:ext cx="3834775" cy="3860651"/>
          </a:xfrm>
          <a:prstGeom prst="ellipse">
            <a:avLst/>
          </a:prstGeom>
          <a:solidFill>
            <a:srgbClr val="FDF3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>
            <p:custDataLst>
              <p:tags r:id="rId1"/>
            </p:custDataLst>
          </p:nvPr>
        </p:nvCxnSpPr>
        <p:spPr>
          <a:xfrm>
            <a:off x="966656" y="5943568"/>
            <a:ext cx="1878458" cy="721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>
            <p:custDataLst>
              <p:tags r:id="rId2"/>
            </p:custDataLst>
          </p:nvPr>
        </p:nvCxnSpPr>
        <p:spPr>
          <a:xfrm>
            <a:off x="941348" y="5878946"/>
            <a:ext cx="1" cy="18118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>
            <p:custDataLst>
              <p:tags r:id="rId3"/>
            </p:custDataLst>
          </p:nvPr>
        </p:nvCxnSpPr>
        <p:spPr>
          <a:xfrm>
            <a:off x="2853506" y="5878905"/>
            <a:ext cx="1" cy="18118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6" name="组合 25"/>
          <p:cNvGrpSpPr/>
          <p:nvPr>
            <p:custDataLst>
              <p:tags r:id="rId4"/>
            </p:custDataLst>
          </p:nvPr>
        </p:nvGrpSpPr>
        <p:grpSpPr>
          <a:xfrm rot="5400000">
            <a:off x="-1194245" y="3583455"/>
            <a:ext cx="3757686" cy="241712"/>
            <a:chOff x="747" y="3130"/>
            <a:chExt cx="2061" cy="176"/>
          </a:xfrm>
        </p:grpSpPr>
        <p:cxnSp>
          <p:nvCxnSpPr>
            <p:cNvPr id="31" name="直接连接符 30"/>
            <p:cNvCxnSpPr/>
            <p:nvPr>
              <p:custDataLst>
                <p:tags r:id="rId5"/>
              </p:custDataLst>
            </p:nvPr>
          </p:nvCxnSpPr>
          <p:spPr>
            <a:xfrm>
              <a:off x="747" y="3218"/>
              <a:ext cx="2061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>
              <p:custDataLst>
                <p:tags r:id="rId6"/>
              </p:custDataLst>
            </p:nvPr>
          </p:nvCxnSpPr>
          <p:spPr>
            <a:xfrm>
              <a:off x="747" y="3130"/>
              <a:ext cx="0" cy="176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7"/>
              </p:custDataLst>
            </p:nvPr>
          </p:nvCxnSpPr>
          <p:spPr>
            <a:xfrm>
              <a:off x="2808" y="3130"/>
              <a:ext cx="0" cy="176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29" name="文本框 28"/>
          <p:cNvSpPr txBox="1"/>
          <p:nvPr/>
        </p:nvSpPr>
        <p:spPr>
          <a:xfrm rot="16200000">
            <a:off x="-472150" y="3464669"/>
            <a:ext cx="18895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/>
              <a:t>20 </a:t>
            </a:r>
            <a:r>
              <a:rPr lang="zh-CN" altLang="en-US" sz="1400" dirty="0"/>
              <a:t>CM</a:t>
            </a:r>
            <a:r>
              <a:rPr lang="en-US" altLang="zh-CN" sz="1400" dirty="0"/>
              <a:t>/ 7.87 INCH</a:t>
            </a:r>
            <a:endParaRPr lang="zh-CN" altLang="en-US" sz="1400" dirty="0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58" t="51284" r="73292" b="21404"/>
          <a:stretch>
            <a:fillRect/>
          </a:stretch>
        </p:blipFill>
        <p:spPr>
          <a:xfrm>
            <a:off x="790295" y="1709239"/>
            <a:ext cx="2267230" cy="4120066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348" y="1758839"/>
            <a:ext cx="1912158" cy="3824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9" name="图片 38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59" t="58539" r="2823" b="2642"/>
          <a:stretch>
            <a:fillRect/>
          </a:stretch>
        </p:blipFill>
        <p:spPr>
          <a:xfrm>
            <a:off x="3831591" y="4616593"/>
            <a:ext cx="3190874" cy="2314503"/>
          </a:xfrm>
          <a:prstGeom prst="rect">
            <a:avLst/>
          </a:prstGeom>
        </p:spPr>
      </p:pic>
      <p:sp>
        <p:nvSpPr>
          <p:cNvPr id="58" name="文本框 57"/>
          <p:cNvSpPr txBox="1"/>
          <p:nvPr/>
        </p:nvSpPr>
        <p:spPr>
          <a:xfrm>
            <a:off x="472602" y="6500004"/>
            <a:ext cx="26344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FA7226"/>
                </a:solidFill>
              </a:rPr>
              <a:t>FOLDED</a:t>
            </a:r>
            <a:r>
              <a:rPr lang="zh-CN" altLang="en-US" b="1" dirty="0">
                <a:solidFill>
                  <a:srgbClr val="FA7226"/>
                </a:solidFill>
              </a:rPr>
              <a:t> </a:t>
            </a:r>
            <a:r>
              <a:rPr lang="en-US" altLang="zh-CN" b="1" dirty="0">
                <a:solidFill>
                  <a:srgbClr val="FA7226"/>
                </a:solidFill>
              </a:rPr>
              <a:t>:</a:t>
            </a:r>
            <a:r>
              <a:rPr lang="zh-CN" altLang="en-US" dirty="0"/>
              <a:t>  </a:t>
            </a:r>
            <a:endParaRPr lang="en-US" altLang="zh-CN" dirty="0"/>
          </a:p>
          <a:p>
            <a:pPr algn="ctr"/>
            <a:r>
              <a:rPr lang="en-US" altLang="zh-CN" sz="1400" dirty="0"/>
              <a:t>10</a:t>
            </a:r>
            <a:r>
              <a:rPr lang="zh-CN" altLang="en-US" sz="1400" dirty="0"/>
              <a:t> X </a:t>
            </a:r>
            <a:r>
              <a:rPr lang="en-US" altLang="zh-CN" sz="1400" dirty="0"/>
              <a:t>20</a:t>
            </a:r>
            <a:r>
              <a:rPr lang="zh-CN" altLang="en-US" sz="1400" dirty="0"/>
              <a:t>CM </a:t>
            </a:r>
            <a:r>
              <a:rPr lang="en-US" altLang="zh-CN" sz="1400" dirty="0"/>
              <a:t>/3.94 </a:t>
            </a:r>
            <a:r>
              <a:rPr lang="zh-CN" altLang="en-US" sz="1400" dirty="0"/>
              <a:t>X </a:t>
            </a:r>
            <a:r>
              <a:rPr lang="en-US" altLang="zh-CN" sz="1400" dirty="0"/>
              <a:t>7.87 INCH</a:t>
            </a:r>
            <a:endParaRPr lang="zh-CN" altLang="en-US" sz="1400" dirty="0"/>
          </a:p>
        </p:txBody>
      </p:sp>
      <p:sp>
        <p:nvSpPr>
          <p:cNvPr id="60" name="文本框 59"/>
          <p:cNvSpPr txBox="1"/>
          <p:nvPr/>
        </p:nvSpPr>
        <p:spPr>
          <a:xfrm>
            <a:off x="3213572" y="1709239"/>
            <a:ext cx="385922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T"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ea typeface="Microsoft YaHei UI Light" panose="020B0502040204020203" pitchFamily="34" charset="-122"/>
                <a:sym typeface="Wingdings" panose="05000000000000000000" pitchFamily="2" charset="2"/>
              </a:rPr>
              <a:t>ERO-FRIENDLY RAW MATERIAL, REUSABLE, SUSTAINABLE</a:t>
            </a:r>
          </a:p>
          <a:p>
            <a:pPr marL="285750" indent="-285750">
              <a:buFont typeface="Wingdings" panose="05000000000000000000" pitchFamily="2" charset="2"/>
              <a:buChar char="T"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ea typeface="Microsoft YaHei UI Light" panose="020B0502040204020203" pitchFamily="34" charset="-122"/>
                <a:sym typeface="Wingdings" panose="05000000000000000000" pitchFamily="2" charset="2"/>
              </a:rPr>
              <a:t>H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ea typeface="Microsoft YaHei UI Light" panose="020B0502040204020203" pitchFamily="34" charset="-122"/>
              </a:rPr>
              <a:t>IGHLY ABSORBENT AND EASY TO WIPE OFF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ea typeface="Microsoft YaHei UI Light" panose="020B0502040204020203" pitchFamily="34" charset="-122"/>
                <a:sym typeface="Wingdings" panose="05000000000000000000" pitchFamily="2" charset="2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T"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ea typeface="Microsoft YaHei UI Light" panose="020B0502040204020203" pitchFamily="34" charset="-122"/>
                <a:sym typeface="Wingdings" panose="05000000000000000000" pitchFamily="2" charset="2"/>
              </a:rPr>
              <a:t>NON TOXIC AND NO UNPLEASANT SMELL, SAFE TO HOLD SILVERWARE</a:t>
            </a:r>
          </a:p>
          <a:p>
            <a:pPr marL="285750" indent="-285750">
              <a:buFont typeface="Wingdings" panose="05000000000000000000" pitchFamily="2" charset="2"/>
              <a:buChar char="T"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ea typeface="Microsoft YaHei UI Light" panose="020B0502040204020203" pitchFamily="34" charset="-122"/>
                <a:sym typeface="Wingdings" panose="05000000000000000000" pitchFamily="2" charset="2"/>
              </a:rPr>
              <a:t>SMOOTH SURFACE, LESS PRONE TO BREAK AND FADE</a:t>
            </a:r>
          </a:p>
          <a:p>
            <a:pPr marL="285750" indent="-285750">
              <a:buFont typeface="Wingdings" panose="05000000000000000000" pitchFamily="2" charset="2"/>
              <a:buChar char="T"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ea typeface="Microsoft YaHei UI Light" panose="020B0502040204020203" pitchFamily="34" charset="-122"/>
                <a:sym typeface="Wingdings" panose="05000000000000000000" pitchFamily="2" charset="2"/>
              </a:rPr>
              <a:t>VARIOUS CUSTOMIZED  EXQUISITE DESIGNS ARE AVAILABLE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ea typeface="Microsoft YaHei UI Light" panose="020B0502040204020203" pitchFamily="3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581154" y="1053347"/>
            <a:ext cx="63528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373A3C"/>
                </a:solidFill>
                <a:latin typeface="Open Sans" panose="020B0606030504020204" pitchFamily="34" charset="0"/>
              </a:rPr>
              <a:t>DFHO</a:t>
            </a:r>
            <a:r>
              <a:rPr lang="en-US" altLang="zh-CN" b="1" i="0" dirty="0">
                <a:solidFill>
                  <a:srgbClr val="373A3C"/>
                </a:solidFill>
                <a:effectLst/>
                <a:latin typeface="Open Sans" panose="020B0606030504020204" pitchFamily="34" charset="0"/>
              </a:rPr>
              <a:t> Cutlery Pocket napkins</a:t>
            </a:r>
            <a:r>
              <a:rPr lang="en-US" altLang="zh-CN" b="0" i="0" dirty="0">
                <a:solidFill>
                  <a:srgbClr val="373A3C"/>
                </a:solidFill>
                <a:effectLst/>
                <a:latin typeface="Open Sans" panose="020B0606030504020204" pitchFamily="34" charset="0"/>
              </a:rPr>
              <a:t> are a modern alternative to linen serviettes. A thicker, softer embossed </a:t>
            </a:r>
            <a:r>
              <a:rPr lang="en-US" altLang="zh-CN" b="1" i="0" dirty="0">
                <a:solidFill>
                  <a:srgbClr val="373A3C"/>
                </a:solidFill>
                <a:effectLst/>
                <a:latin typeface="Open Sans" panose="020B0606030504020204" pitchFamily="34" charset="0"/>
              </a:rPr>
              <a:t>napkin</a:t>
            </a:r>
            <a:endParaRPr lang="zh-CN" altLang="en-US" dirty="0"/>
          </a:p>
        </p:txBody>
      </p:sp>
      <p:sp>
        <p:nvSpPr>
          <p:cNvPr id="68" name="文本框 67"/>
          <p:cNvSpPr txBox="1"/>
          <p:nvPr/>
        </p:nvSpPr>
        <p:spPr>
          <a:xfrm>
            <a:off x="1049257" y="403711"/>
            <a:ext cx="556466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altLang="zh-CN" sz="3200" b="1" dirty="0">
                <a:solidFill>
                  <a:srgbClr val="995F32"/>
                </a:solidFill>
              </a:rPr>
              <a:t>CUTLERY POCKET NAPKIN</a:t>
            </a:r>
            <a:endParaRPr lang="zh-CN" altLang="en-US" sz="3200" dirty="0">
              <a:solidFill>
                <a:srgbClr val="995F32"/>
              </a:solidFill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4774916" y="4263784"/>
            <a:ext cx="1563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A7226"/>
                </a:solidFill>
              </a:rPr>
              <a:t>FULL OPEN</a:t>
            </a:r>
            <a:r>
              <a:rPr lang="zh-CN" altLang="en-US" b="1" dirty="0">
                <a:solidFill>
                  <a:srgbClr val="FA7226"/>
                </a:solidFill>
              </a:rPr>
              <a:t> </a:t>
            </a:r>
            <a:endParaRPr lang="zh-CN" altLang="en-US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E9A660C4-EED0-42DE-B9C2-A0B8DA59327B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71" y="299199"/>
            <a:ext cx="1223957" cy="768338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8A3C4DFB-C0A5-4EE3-B00F-5B9E1D0E4133}"/>
              </a:ext>
            </a:extLst>
          </p:cNvPr>
          <p:cNvSpPr txBox="1"/>
          <p:nvPr/>
        </p:nvSpPr>
        <p:spPr>
          <a:xfrm>
            <a:off x="1465007" y="6269181"/>
            <a:ext cx="11604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PKA-A2413</a:t>
            </a:r>
            <a:endParaRPr lang="zh-CN" altLang="en-US" sz="1400" dirty="0"/>
          </a:p>
        </p:txBody>
      </p:sp>
      <p:sp>
        <p:nvSpPr>
          <p:cNvPr id="2" name="文本框 57">
            <a:extLst>
              <a:ext uri="{FF2B5EF4-FFF2-40B4-BE49-F238E27FC236}">
                <a16:creationId xmlns:a16="http://schemas.microsoft.com/office/drawing/2014/main" id="{D6B91714-2522-0FD0-9F84-4ACD03630EA8}"/>
              </a:ext>
            </a:extLst>
          </p:cNvPr>
          <p:cNvSpPr txBox="1"/>
          <p:nvPr/>
        </p:nvSpPr>
        <p:spPr>
          <a:xfrm>
            <a:off x="563742" y="5964896"/>
            <a:ext cx="26344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/>
              <a:t>10 </a:t>
            </a:r>
            <a:r>
              <a:rPr lang="zh-CN" altLang="en-US" sz="1400" dirty="0"/>
              <a:t>CM</a:t>
            </a:r>
            <a:r>
              <a:rPr lang="en-US" altLang="zh-CN" sz="1400" dirty="0"/>
              <a:t>/ 3.94 INCH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3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椭圆 22"/>
          <p:cNvSpPr/>
          <p:nvPr/>
        </p:nvSpPr>
        <p:spPr>
          <a:xfrm>
            <a:off x="1972973" y="2902729"/>
            <a:ext cx="2187139" cy="2187139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28311" y="6413064"/>
            <a:ext cx="5564666" cy="652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DINNER NAPKIN</a:t>
            </a:r>
            <a:r>
              <a:rPr lang="zh-CN" altLang="en-US" dirty="0"/>
              <a:t>  </a:t>
            </a:r>
            <a:endParaRPr lang="en-US" altLang="zh-CN" dirty="0"/>
          </a:p>
          <a:p>
            <a:r>
              <a:rPr lang="en-US" altLang="zh-CN" sz="1800" kern="100" dirty="0">
                <a:solidFill>
                  <a:schemeClr val="tx1">
                    <a:lumMod val="95000"/>
                    <a:lumOff val="5000"/>
                  </a:schemeClr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Providing ample coverage for most spills, or messy meals</a:t>
            </a:r>
            <a:r>
              <a:rPr lang="en-US" altLang="zh-CN" sz="1800" dirty="0"/>
              <a:t> </a:t>
            </a:r>
            <a:endParaRPr lang="zh-CN" altLang="en-US" sz="1800" dirty="0"/>
          </a:p>
        </p:txBody>
      </p:sp>
      <p:grpSp>
        <p:nvGrpSpPr>
          <p:cNvPr id="28" name="组合 27"/>
          <p:cNvGrpSpPr/>
          <p:nvPr/>
        </p:nvGrpSpPr>
        <p:grpSpPr>
          <a:xfrm>
            <a:off x="1134384" y="1515653"/>
            <a:ext cx="5074669" cy="4445155"/>
            <a:chOff x="1890564" y="1160025"/>
            <a:chExt cx="5074669" cy="4445155"/>
          </a:xfrm>
        </p:grpSpPr>
        <p:cxnSp>
          <p:nvCxnSpPr>
            <p:cNvPr id="33" name="直接连接符 32"/>
            <p:cNvCxnSpPr/>
            <p:nvPr>
              <p:custDataLst>
                <p:tags r:id="rId1"/>
              </p:custDataLst>
            </p:nvPr>
          </p:nvCxnSpPr>
          <p:spPr>
            <a:xfrm>
              <a:off x="2424113" y="5258034"/>
              <a:ext cx="3811929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2"/>
              </p:custDataLst>
            </p:nvPr>
          </p:nvCxnSpPr>
          <p:spPr>
            <a:xfrm>
              <a:off x="6236042" y="5202154"/>
              <a:ext cx="0" cy="11176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35" name="组合 34"/>
            <p:cNvGrpSpPr/>
            <p:nvPr>
              <p:custDataLst>
                <p:tags r:id="rId3"/>
              </p:custDataLst>
            </p:nvPr>
          </p:nvGrpSpPr>
          <p:grpSpPr>
            <a:xfrm rot="5400000">
              <a:off x="351583" y="3063560"/>
              <a:ext cx="3801181" cy="121872"/>
              <a:chOff x="747" y="3130"/>
              <a:chExt cx="2061" cy="176"/>
            </a:xfrm>
          </p:grpSpPr>
          <p:cxnSp>
            <p:nvCxnSpPr>
              <p:cNvPr id="58" name="直接连接符 57"/>
              <p:cNvCxnSpPr/>
              <p:nvPr>
                <p:custDataLst>
                  <p:tags r:id="rId15"/>
                </p:custDataLst>
              </p:nvPr>
            </p:nvCxnSpPr>
            <p:spPr>
              <a:xfrm>
                <a:off x="747" y="3218"/>
                <a:ext cx="2061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/>
              <p:cNvCxnSpPr/>
              <p:nvPr>
                <p:custDataLst>
                  <p:tags r:id="rId16"/>
                </p:custDataLst>
              </p:nvPr>
            </p:nvCxnSpPr>
            <p:spPr>
              <a:xfrm>
                <a:off x="747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>
                <p:custDataLst>
                  <p:tags r:id="rId17"/>
                </p:custDataLst>
              </p:nvPr>
            </p:nvCxnSpPr>
            <p:spPr>
              <a:xfrm>
                <a:off x="2808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42" name="组合 41"/>
            <p:cNvGrpSpPr/>
            <p:nvPr>
              <p:custDataLst>
                <p:tags r:id="rId4"/>
              </p:custDataLst>
            </p:nvPr>
          </p:nvGrpSpPr>
          <p:grpSpPr>
            <a:xfrm rot="5400000">
              <a:off x="5724614" y="1822215"/>
              <a:ext cx="1337542" cy="121873"/>
              <a:chOff x="747" y="3130"/>
              <a:chExt cx="2061" cy="176"/>
            </a:xfrm>
          </p:grpSpPr>
          <p:cxnSp>
            <p:nvCxnSpPr>
              <p:cNvPr id="55" name="直接连接符 54"/>
              <p:cNvCxnSpPr/>
              <p:nvPr>
                <p:custDataLst>
                  <p:tags r:id="rId12"/>
                </p:custDataLst>
              </p:nvPr>
            </p:nvCxnSpPr>
            <p:spPr>
              <a:xfrm>
                <a:off x="747" y="3218"/>
                <a:ext cx="2061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>
                <p:custDataLst>
                  <p:tags r:id="rId13"/>
                </p:custDataLst>
              </p:nvPr>
            </p:nvCxnSpPr>
            <p:spPr>
              <a:xfrm>
                <a:off x="747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>
                <p:custDataLst>
                  <p:tags r:id="rId14"/>
                </p:custDataLst>
              </p:nvPr>
            </p:nvCxnSpPr>
            <p:spPr>
              <a:xfrm>
                <a:off x="2808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43" name="组合 42"/>
            <p:cNvGrpSpPr/>
            <p:nvPr>
              <p:custDataLst>
                <p:tags r:id="rId5"/>
              </p:custDataLst>
            </p:nvPr>
          </p:nvGrpSpPr>
          <p:grpSpPr>
            <a:xfrm rot="5400000">
              <a:off x="5442876" y="3441495"/>
              <a:ext cx="1901018" cy="121873"/>
              <a:chOff x="747" y="3130"/>
              <a:chExt cx="2061" cy="176"/>
            </a:xfrm>
          </p:grpSpPr>
          <p:cxnSp>
            <p:nvCxnSpPr>
              <p:cNvPr id="52" name="直接连接符 51"/>
              <p:cNvCxnSpPr/>
              <p:nvPr>
                <p:custDataLst>
                  <p:tags r:id="rId9"/>
                </p:custDataLst>
              </p:nvPr>
            </p:nvCxnSpPr>
            <p:spPr>
              <a:xfrm>
                <a:off x="747" y="3218"/>
                <a:ext cx="2061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>
                <p:custDataLst>
                  <p:tags r:id="rId10"/>
                </p:custDataLst>
              </p:nvPr>
            </p:nvCxnSpPr>
            <p:spPr>
              <a:xfrm>
                <a:off x="747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>
                <p:custDataLst>
                  <p:tags r:id="rId11"/>
                </p:custDataLst>
              </p:nvPr>
            </p:nvCxnSpPr>
            <p:spPr>
              <a:xfrm>
                <a:off x="2808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44" name="直接连接符 43"/>
            <p:cNvCxnSpPr/>
            <p:nvPr>
              <p:custDataLst>
                <p:tags r:id="rId6"/>
              </p:custDataLst>
            </p:nvPr>
          </p:nvCxnSpPr>
          <p:spPr>
            <a:xfrm>
              <a:off x="6393385" y="4452940"/>
              <a:ext cx="0" cy="572144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>
              <p:custDataLst>
                <p:tags r:id="rId7"/>
              </p:custDataLst>
            </p:nvPr>
          </p:nvCxnSpPr>
          <p:spPr>
            <a:xfrm flipH="1">
              <a:off x="6332450" y="5025084"/>
              <a:ext cx="121872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>
              <p:custDataLst>
                <p:tags r:id="rId8"/>
              </p:custDataLst>
            </p:nvPr>
          </p:nvCxnSpPr>
          <p:spPr>
            <a:xfrm>
              <a:off x="2426042" y="5202154"/>
              <a:ext cx="0" cy="11176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7" name="文本框 46"/>
            <p:cNvSpPr txBox="1"/>
            <p:nvPr/>
          </p:nvSpPr>
          <p:spPr>
            <a:xfrm>
              <a:off x="3498466" y="5297404"/>
              <a:ext cx="1663221" cy="307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/>
                <a:t>40 </a:t>
              </a:r>
              <a:r>
                <a:rPr lang="zh-CN" altLang="en-US" sz="1400" dirty="0"/>
                <a:t>CM</a:t>
              </a:r>
              <a:r>
                <a:rPr lang="en-US" altLang="zh-CN" sz="1400" dirty="0"/>
                <a:t>/15.75 INCH</a:t>
              </a:r>
              <a:endParaRPr lang="zh-CN" altLang="en-US" sz="1400" dirty="0"/>
            </a:p>
          </p:txBody>
        </p:sp>
        <p:sp>
          <p:nvSpPr>
            <p:cNvPr id="48" name="文本框 47"/>
            <p:cNvSpPr txBox="1"/>
            <p:nvPr/>
          </p:nvSpPr>
          <p:spPr>
            <a:xfrm rot="16200000">
              <a:off x="1212841" y="2825452"/>
              <a:ext cx="1663221" cy="307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/>
                <a:t>40 </a:t>
              </a:r>
              <a:r>
                <a:rPr lang="zh-CN" altLang="en-US" sz="1400" dirty="0"/>
                <a:t>CM</a:t>
              </a:r>
              <a:r>
                <a:rPr lang="en-US" altLang="zh-CN" sz="1400" dirty="0"/>
                <a:t>/15.75 INCH</a:t>
              </a:r>
              <a:endParaRPr lang="zh-CN" altLang="en-US" sz="1400" dirty="0"/>
            </a:p>
          </p:txBody>
        </p:sp>
        <p:sp>
          <p:nvSpPr>
            <p:cNvPr id="49" name="文本框 48"/>
            <p:cNvSpPr txBox="1"/>
            <p:nvPr/>
          </p:nvSpPr>
          <p:spPr>
            <a:xfrm rot="16200000">
              <a:off x="6228531" y="3204116"/>
              <a:ext cx="95018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/>
                <a:t>20 </a:t>
              </a:r>
              <a:r>
                <a:rPr lang="zh-CN" altLang="en-US" sz="1400" dirty="0"/>
                <a:t>CM</a:t>
              </a:r>
              <a:endParaRPr lang="en-US" altLang="zh-CN" sz="1400" dirty="0"/>
            </a:p>
            <a:p>
              <a:pPr algn="ctr"/>
              <a:r>
                <a:rPr lang="en-US" altLang="zh-CN" sz="1400" dirty="0"/>
                <a:t>7.87 INCH</a:t>
              </a:r>
              <a:endParaRPr lang="zh-CN" altLang="en-US" sz="1400" dirty="0"/>
            </a:p>
          </p:txBody>
        </p:sp>
        <p:sp>
          <p:nvSpPr>
            <p:cNvPr id="50" name="文本框 49"/>
            <p:cNvSpPr txBox="1"/>
            <p:nvPr/>
          </p:nvSpPr>
          <p:spPr>
            <a:xfrm rot="16200000">
              <a:off x="5895495" y="1642195"/>
              <a:ext cx="148755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/>
                <a:t>15 </a:t>
              </a:r>
              <a:r>
                <a:rPr lang="zh-CN" altLang="en-US" sz="1400" dirty="0"/>
                <a:t>CM</a:t>
              </a:r>
              <a:endParaRPr lang="en-US" altLang="zh-CN" sz="1400" dirty="0"/>
            </a:p>
            <a:p>
              <a:pPr algn="ctr"/>
              <a:r>
                <a:rPr lang="en-US" altLang="zh-CN" sz="1400" dirty="0"/>
                <a:t>5.51 INCH</a:t>
              </a:r>
              <a:endParaRPr lang="zh-CN" altLang="en-US" sz="1400" dirty="0"/>
            </a:p>
          </p:txBody>
        </p:sp>
        <p:sp>
          <p:nvSpPr>
            <p:cNvPr id="51" name="文本框 50"/>
            <p:cNvSpPr txBox="1"/>
            <p:nvPr/>
          </p:nvSpPr>
          <p:spPr>
            <a:xfrm rot="16200000">
              <a:off x="6220301" y="4497350"/>
              <a:ext cx="95018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/>
                <a:t>5</a:t>
              </a:r>
              <a:r>
                <a:rPr lang="zh-CN" altLang="en-US" sz="1400" dirty="0"/>
                <a:t>CM</a:t>
              </a:r>
              <a:endParaRPr lang="en-US" altLang="zh-CN" sz="1400" dirty="0"/>
            </a:p>
            <a:p>
              <a:pPr algn="ctr"/>
              <a:r>
                <a:rPr lang="en-US" altLang="zh-CN" sz="1400" dirty="0"/>
                <a:t>2.36 INCH</a:t>
              </a:r>
              <a:endParaRPr lang="zh-CN" altLang="en-US" sz="1400" dirty="0"/>
            </a:p>
          </p:txBody>
        </p:sp>
      </p:grpSp>
      <p:pic>
        <p:nvPicPr>
          <p:cNvPr id="61" name="图片 60"/>
          <p:cNvPicPr>
            <a:picLocks noChangeAspect="1"/>
          </p:cNvPicPr>
          <p:nvPr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95" t="25554" r="11709" b="21405"/>
          <a:stretch>
            <a:fillRect/>
          </a:stretch>
        </p:blipFill>
        <p:spPr>
          <a:xfrm>
            <a:off x="1562356" y="1462615"/>
            <a:ext cx="4016376" cy="4035017"/>
          </a:xfrm>
          <a:prstGeom prst="rect">
            <a:avLst/>
          </a:prstGeom>
        </p:spPr>
      </p:pic>
      <p:sp>
        <p:nvSpPr>
          <p:cNvPr id="38" name="文本框 37"/>
          <p:cNvSpPr txBox="1"/>
          <p:nvPr/>
        </p:nvSpPr>
        <p:spPr>
          <a:xfrm>
            <a:off x="2224937" y="6026277"/>
            <a:ext cx="26912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FA7226"/>
                </a:solidFill>
              </a:rPr>
              <a:t>FULL OPEN</a:t>
            </a:r>
            <a:r>
              <a:rPr lang="zh-CN" altLang="en-US" b="1" dirty="0">
                <a:solidFill>
                  <a:srgbClr val="FA7226"/>
                </a:solidFill>
              </a:rPr>
              <a:t> </a:t>
            </a:r>
            <a:r>
              <a:rPr lang="en-US" altLang="zh-CN" b="1" dirty="0">
                <a:solidFill>
                  <a:srgbClr val="FA7226"/>
                </a:solidFill>
              </a:rPr>
              <a:t>:</a:t>
            </a:r>
            <a:r>
              <a:rPr lang="zh-CN" altLang="en-US" dirty="0">
                <a:solidFill>
                  <a:srgbClr val="FA7226"/>
                </a:solidFill>
              </a:rPr>
              <a:t>    </a:t>
            </a:r>
            <a:endParaRPr lang="en-US" altLang="zh-CN" dirty="0">
              <a:solidFill>
                <a:srgbClr val="FA7226"/>
              </a:solidFill>
            </a:endParaRPr>
          </a:p>
          <a:p>
            <a:pPr algn="ctr"/>
            <a:r>
              <a:rPr lang="en-US" altLang="zh-CN" sz="1400" dirty="0"/>
              <a:t>40</a:t>
            </a:r>
            <a:r>
              <a:rPr lang="zh-CN" altLang="en-US" sz="1400" dirty="0"/>
              <a:t> X </a:t>
            </a:r>
            <a:r>
              <a:rPr lang="en-US" altLang="zh-CN" sz="1400" dirty="0"/>
              <a:t>40</a:t>
            </a:r>
            <a:r>
              <a:rPr lang="zh-CN" altLang="en-US" sz="1400" dirty="0"/>
              <a:t>CM </a:t>
            </a:r>
            <a:r>
              <a:rPr lang="en-US" altLang="zh-CN" sz="1400" dirty="0"/>
              <a:t>/ 15.75 </a:t>
            </a:r>
            <a:r>
              <a:rPr lang="zh-CN" altLang="en-US" sz="1400" dirty="0"/>
              <a:t>X </a:t>
            </a:r>
            <a:r>
              <a:rPr lang="en-US" altLang="zh-CN" sz="1400" dirty="0"/>
              <a:t>15.75 INCH </a:t>
            </a:r>
            <a:endParaRPr lang="zh-CN" altLang="en-US" sz="1400" dirty="0"/>
          </a:p>
        </p:txBody>
      </p:sp>
      <p:pic>
        <p:nvPicPr>
          <p:cNvPr id="63" name="图片 62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78" t="36568" r="17663" b="7408"/>
          <a:stretch>
            <a:fillRect/>
          </a:stretch>
        </p:blipFill>
        <p:spPr>
          <a:xfrm>
            <a:off x="1652777" y="1550737"/>
            <a:ext cx="3837500" cy="3852496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79C77E91-D224-414E-8E35-6913DECDD0D9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1192" y="918663"/>
            <a:ext cx="1034488" cy="206897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2A2D3D2-8568-1BD1-B726-BA6C85F3D379}"/>
              </a:ext>
            </a:extLst>
          </p:cNvPr>
          <p:cNvSpPr/>
          <p:nvPr/>
        </p:nvSpPr>
        <p:spPr>
          <a:xfrm>
            <a:off x="1491894" y="232257"/>
            <a:ext cx="3837500" cy="1296655"/>
          </a:xfrm>
          <a:prstGeom prst="rect">
            <a:avLst/>
          </a:prstGeom>
          <a:solidFill>
            <a:srgbClr val="FDF3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文本框 86"/>
          <p:cNvSpPr txBox="1"/>
          <p:nvPr/>
        </p:nvSpPr>
        <p:spPr>
          <a:xfrm>
            <a:off x="1357275" y="312906"/>
            <a:ext cx="55646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altLang="zh-CN" sz="3200" b="1" dirty="0">
                <a:solidFill>
                  <a:srgbClr val="995F32"/>
                </a:solidFill>
              </a:rPr>
              <a:t>DISPOSABLE DINNER NAPKINS POCKET FOR FLATWARE </a:t>
            </a:r>
            <a:endParaRPr lang="zh-CN" altLang="en-US" sz="3200" dirty="0">
              <a:solidFill>
                <a:srgbClr val="995F32"/>
              </a:solidFill>
            </a:endParaRP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8E7B8096-8C4D-450A-8237-D2D2B28DBE90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71" y="299199"/>
            <a:ext cx="1223957" cy="768338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3AB5E185-8302-4FC5-BDC4-896AA6955680}"/>
              </a:ext>
            </a:extLst>
          </p:cNvPr>
          <p:cNvSpPr txBox="1"/>
          <p:nvPr/>
        </p:nvSpPr>
        <p:spPr>
          <a:xfrm>
            <a:off x="3019415" y="5833390"/>
            <a:ext cx="11604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PKA-A2413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3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505085" y="5933549"/>
            <a:ext cx="232845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A7226"/>
                </a:solidFill>
              </a:rPr>
              <a:t>FOLDED</a:t>
            </a:r>
            <a:r>
              <a:rPr lang="zh-CN" altLang="en-US" b="1" dirty="0">
                <a:solidFill>
                  <a:srgbClr val="FA7226"/>
                </a:solidFill>
              </a:rPr>
              <a:t> </a:t>
            </a:r>
            <a:r>
              <a:rPr lang="en-US" altLang="zh-CN" b="1" dirty="0">
                <a:solidFill>
                  <a:srgbClr val="FA7226"/>
                </a:solidFill>
              </a:rPr>
              <a:t>:</a:t>
            </a:r>
            <a:r>
              <a:rPr lang="zh-CN" altLang="en-US" dirty="0"/>
              <a:t>  </a:t>
            </a:r>
            <a:endParaRPr lang="en-US" altLang="zh-CN" dirty="0"/>
          </a:p>
          <a:p>
            <a:r>
              <a:rPr lang="en-US" altLang="zh-CN" sz="1400" dirty="0"/>
              <a:t>10</a:t>
            </a:r>
            <a:r>
              <a:rPr lang="zh-CN" altLang="en-US" sz="1400" dirty="0"/>
              <a:t> X </a:t>
            </a:r>
            <a:r>
              <a:rPr lang="en-US" altLang="zh-CN" sz="1400" dirty="0"/>
              <a:t>20</a:t>
            </a:r>
            <a:r>
              <a:rPr lang="zh-CN" altLang="en-US" sz="1400" dirty="0"/>
              <a:t>CM </a:t>
            </a:r>
            <a:r>
              <a:rPr lang="en-US" altLang="zh-CN" sz="1400" dirty="0"/>
              <a:t>/3.94 </a:t>
            </a:r>
            <a:r>
              <a:rPr lang="zh-CN" altLang="en-US" sz="1400" dirty="0"/>
              <a:t>X </a:t>
            </a:r>
            <a:r>
              <a:rPr lang="en-US" altLang="zh-CN" sz="1400" dirty="0"/>
              <a:t>7.87 INCH</a:t>
            </a:r>
          </a:p>
          <a:p>
            <a:r>
              <a:rPr lang="en-US" altLang="zh-CN" sz="1400" kern="100" dirty="0">
                <a:solidFill>
                  <a:schemeClr val="tx1">
                    <a:lumMod val="95000"/>
                    <a:lumOff val="5000"/>
                  </a:schemeClr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Designed to fit most standard size dinnerware</a:t>
            </a:r>
          </a:p>
          <a:p>
            <a:pPr algn="ctr"/>
            <a:endParaRPr lang="zh-CN" altLang="en-US" sz="1400" dirty="0"/>
          </a:p>
        </p:txBody>
      </p:sp>
      <p:grpSp>
        <p:nvGrpSpPr>
          <p:cNvPr id="92" name="组合 91"/>
          <p:cNvGrpSpPr/>
          <p:nvPr/>
        </p:nvGrpSpPr>
        <p:grpSpPr>
          <a:xfrm>
            <a:off x="1896926" y="1479344"/>
            <a:ext cx="5074669" cy="4445155"/>
            <a:chOff x="1890564" y="1160025"/>
            <a:chExt cx="5074669" cy="4445155"/>
          </a:xfrm>
        </p:grpSpPr>
        <p:cxnSp>
          <p:nvCxnSpPr>
            <p:cNvPr id="19" name="直接连接符 18"/>
            <p:cNvCxnSpPr/>
            <p:nvPr>
              <p:custDataLst>
                <p:tags r:id="rId8"/>
              </p:custDataLst>
            </p:nvPr>
          </p:nvCxnSpPr>
          <p:spPr>
            <a:xfrm>
              <a:off x="2424113" y="5258034"/>
              <a:ext cx="3811929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>
              <p:custDataLst>
                <p:tags r:id="rId9"/>
              </p:custDataLst>
            </p:nvPr>
          </p:nvCxnSpPr>
          <p:spPr>
            <a:xfrm>
              <a:off x="6236042" y="5202154"/>
              <a:ext cx="0" cy="11176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24" name="组合 23"/>
            <p:cNvGrpSpPr/>
            <p:nvPr>
              <p:custDataLst>
                <p:tags r:id="rId10"/>
              </p:custDataLst>
            </p:nvPr>
          </p:nvGrpSpPr>
          <p:grpSpPr>
            <a:xfrm rot="5400000">
              <a:off x="351583" y="3063560"/>
              <a:ext cx="3801181" cy="121872"/>
              <a:chOff x="747" y="3130"/>
              <a:chExt cx="2061" cy="176"/>
            </a:xfrm>
          </p:grpSpPr>
          <p:cxnSp>
            <p:nvCxnSpPr>
              <p:cNvPr id="25" name="直接连接符 24"/>
              <p:cNvCxnSpPr/>
              <p:nvPr>
                <p:custDataLst>
                  <p:tags r:id="rId22"/>
                </p:custDataLst>
              </p:nvPr>
            </p:nvCxnSpPr>
            <p:spPr>
              <a:xfrm>
                <a:off x="747" y="3218"/>
                <a:ext cx="2061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>
                <p:custDataLst>
                  <p:tags r:id="rId23"/>
                </p:custDataLst>
              </p:nvPr>
            </p:nvCxnSpPr>
            <p:spPr>
              <a:xfrm>
                <a:off x="747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/>
              <p:cNvCxnSpPr/>
              <p:nvPr>
                <p:custDataLst>
                  <p:tags r:id="rId24"/>
                </p:custDataLst>
              </p:nvPr>
            </p:nvCxnSpPr>
            <p:spPr>
              <a:xfrm>
                <a:off x="2808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30" name="组合 29"/>
            <p:cNvGrpSpPr/>
            <p:nvPr>
              <p:custDataLst>
                <p:tags r:id="rId11"/>
              </p:custDataLst>
            </p:nvPr>
          </p:nvGrpSpPr>
          <p:grpSpPr>
            <a:xfrm rot="5400000">
              <a:off x="5724614" y="1822215"/>
              <a:ext cx="1337542" cy="121873"/>
              <a:chOff x="747" y="3130"/>
              <a:chExt cx="2061" cy="176"/>
            </a:xfrm>
          </p:grpSpPr>
          <p:cxnSp>
            <p:nvCxnSpPr>
              <p:cNvPr id="31" name="直接连接符 30"/>
              <p:cNvCxnSpPr/>
              <p:nvPr>
                <p:custDataLst>
                  <p:tags r:id="rId19"/>
                </p:custDataLst>
              </p:nvPr>
            </p:nvCxnSpPr>
            <p:spPr>
              <a:xfrm>
                <a:off x="747" y="3218"/>
                <a:ext cx="2061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>
                <p:custDataLst>
                  <p:tags r:id="rId20"/>
                </p:custDataLst>
              </p:nvPr>
            </p:nvCxnSpPr>
            <p:spPr>
              <a:xfrm>
                <a:off x="747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>
                <p:custDataLst>
                  <p:tags r:id="rId21"/>
                </p:custDataLst>
              </p:nvPr>
            </p:nvCxnSpPr>
            <p:spPr>
              <a:xfrm>
                <a:off x="2808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34" name="组合 33"/>
            <p:cNvGrpSpPr/>
            <p:nvPr>
              <p:custDataLst>
                <p:tags r:id="rId12"/>
              </p:custDataLst>
            </p:nvPr>
          </p:nvGrpSpPr>
          <p:grpSpPr>
            <a:xfrm rot="5400000">
              <a:off x="5442876" y="3441495"/>
              <a:ext cx="1901018" cy="121873"/>
              <a:chOff x="747" y="3130"/>
              <a:chExt cx="2061" cy="176"/>
            </a:xfrm>
          </p:grpSpPr>
          <p:cxnSp>
            <p:nvCxnSpPr>
              <p:cNvPr id="35" name="直接连接符 34"/>
              <p:cNvCxnSpPr/>
              <p:nvPr>
                <p:custDataLst>
                  <p:tags r:id="rId16"/>
                </p:custDataLst>
              </p:nvPr>
            </p:nvCxnSpPr>
            <p:spPr>
              <a:xfrm>
                <a:off x="747" y="3218"/>
                <a:ext cx="2061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>
                <p:custDataLst>
                  <p:tags r:id="rId17"/>
                </p:custDataLst>
              </p:nvPr>
            </p:nvCxnSpPr>
            <p:spPr>
              <a:xfrm>
                <a:off x="747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>
                <p:custDataLst>
                  <p:tags r:id="rId18"/>
                </p:custDataLst>
              </p:nvPr>
            </p:nvCxnSpPr>
            <p:spPr>
              <a:xfrm>
                <a:off x="2808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39" name="直接连接符 38"/>
            <p:cNvCxnSpPr/>
            <p:nvPr>
              <p:custDataLst>
                <p:tags r:id="rId13"/>
              </p:custDataLst>
            </p:nvPr>
          </p:nvCxnSpPr>
          <p:spPr>
            <a:xfrm>
              <a:off x="6393385" y="4452940"/>
              <a:ext cx="0" cy="572144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>
              <p:custDataLst>
                <p:tags r:id="rId14"/>
              </p:custDataLst>
            </p:nvPr>
          </p:nvCxnSpPr>
          <p:spPr>
            <a:xfrm flipH="1">
              <a:off x="6332450" y="5025084"/>
              <a:ext cx="121872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>
              <p:custDataLst>
                <p:tags r:id="rId15"/>
              </p:custDataLst>
            </p:nvPr>
          </p:nvCxnSpPr>
          <p:spPr>
            <a:xfrm>
              <a:off x="2426042" y="5202154"/>
              <a:ext cx="0" cy="11176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8" name="文本框 77"/>
            <p:cNvSpPr txBox="1"/>
            <p:nvPr/>
          </p:nvSpPr>
          <p:spPr>
            <a:xfrm>
              <a:off x="3498466" y="5297404"/>
              <a:ext cx="1663221" cy="307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/>
                <a:t>40 </a:t>
              </a:r>
              <a:r>
                <a:rPr lang="zh-CN" altLang="en-US" sz="1400" dirty="0"/>
                <a:t>CM</a:t>
              </a:r>
              <a:r>
                <a:rPr lang="en-US" altLang="zh-CN" sz="1400" dirty="0"/>
                <a:t>/15.75 INCH</a:t>
              </a:r>
              <a:endParaRPr lang="zh-CN" altLang="en-US" sz="1400" dirty="0"/>
            </a:p>
          </p:txBody>
        </p:sp>
        <p:sp>
          <p:nvSpPr>
            <p:cNvPr id="81" name="文本框 80"/>
            <p:cNvSpPr txBox="1"/>
            <p:nvPr/>
          </p:nvSpPr>
          <p:spPr>
            <a:xfrm rot="16200000">
              <a:off x="1212841" y="2825452"/>
              <a:ext cx="1663221" cy="307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/>
                <a:t>40 </a:t>
              </a:r>
              <a:r>
                <a:rPr lang="zh-CN" altLang="en-US" sz="1400" dirty="0"/>
                <a:t>CM</a:t>
              </a:r>
              <a:r>
                <a:rPr lang="en-US" altLang="zh-CN" sz="1400" dirty="0"/>
                <a:t>/15.75 INCH</a:t>
              </a:r>
              <a:endParaRPr lang="zh-CN" altLang="en-US" sz="1400" dirty="0"/>
            </a:p>
          </p:txBody>
        </p:sp>
        <p:sp>
          <p:nvSpPr>
            <p:cNvPr id="84" name="文本框 83"/>
            <p:cNvSpPr txBox="1"/>
            <p:nvPr/>
          </p:nvSpPr>
          <p:spPr>
            <a:xfrm rot="16200000">
              <a:off x="6228531" y="3204116"/>
              <a:ext cx="95018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/>
                <a:t>20 </a:t>
              </a:r>
              <a:r>
                <a:rPr lang="zh-CN" altLang="en-US" sz="1400" dirty="0"/>
                <a:t>CM</a:t>
              </a:r>
              <a:endParaRPr lang="en-US" altLang="zh-CN" sz="1400" dirty="0"/>
            </a:p>
            <a:p>
              <a:pPr algn="ctr"/>
              <a:r>
                <a:rPr lang="en-US" altLang="zh-CN" sz="1400" dirty="0"/>
                <a:t>7.87 INCH</a:t>
              </a:r>
              <a:endParaRPr lang="zh-CN" altLang="en-US" sz="1400" dirty="0"/>
            </a:p>
          </p:txBody>
        </p:sp>
        <p:sp>
          <p:nvSpPr>
            <p:cNvPr id="86" name="文本框 85"/>
            <p:cNvSpPr txBox="1"/>
            <p:nvPr/>
          </p:nvSpPr>
          <p:spPr>
            <a:xfrm rot="16200000">
              <a:off x="5895495" y="1642195"/>
              <a:ext cx="148755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/>
                <a:t>15 </a:t>
              </a:r>
              <a:r>
                <a:rPr lang="zh-CN" altLang="en-US" sz="1400" dirty="0"/>
                <a:t>CM</a:t>
              </a:r>
              <a:endParaRPr lang="en-US" altLang="zh-CN" sz="1400" dirty="0"/>
            </a:p>
            <a:p>
              <a:pPr algn="ctr"/>
              <a:r>
                <a:rPr lang="en-US" altLang="zh-CN" sz="1400" dirty="0"/>
                <a:t>5.51 INCH</a:t>
              </a:r>
              <a:endParaRPr lang="zh-CN" altLang="en-US" sz="1400" dirty="0"/>
            </a:p>
          </p:txBody>
        </p:sp>
        <p:sp>
          <p:nvSpPr>
            <p:cNvPr id="87" name="文本框 86"/>
            <p:cNvSpPr txBox="1"/>
            <p:nvPr/>
          </p:nvSpPr>
          <p:spPr>
            <a:xfrm rot="16200000">
              <a:off x="6220301" y="4497350"/>
              <a:ext cx="95018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/>
                <a:t>5</a:t>
              </a:r>
              <a:r>
                <a:rPr lang="zh-CN" altLang="en-US" sz="1400" dirty="0"/>
                <a:t>CM</a:t>
              </a:r>
              <a:endParaRPr lang="en-US" altLang="zh-CN" sz="1400" dirty="0"/>
            </a:p>
            <a:p>
              <a:pPr algn="ctr"/>
              <a:r>
                <a:rPr lang="en-US" altLang="zh-CN" sz="1400" dirty="0"/>
                <a:t>2.36 INCH</a:t>
              </a:r>
              <a:endParaRPr lang="zh-CN" altLang="en-US" sz="1400" dirty="0"/>
            </a:p>
          </p:txBody>
        </p:sp>
      </p:grpSp>
      <p:pic>
        <p:nvPicPr>
          <p:cNvPr id="93" name="图片 92"/>
          <p:cNvPicPr>
            <a:picLocks noChangeAspect="1"/>
          </p:cNvPicPr>
          <p:nvPr/>
        </p:nvPicPr>
        <p:blipFill rotWithShape="1"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95" t="25554" r="11709" b="21405"/>
          <a:stretch>
            <a:fillRect/>
          </a:stretch>
        </p:blipFill>
        <p:spPr>
          <a:xfrm>
            <a:off x="2324898" y="1438116"/>
            <a:ext cx="4016376" cy="4035017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197310" y="3380642"/>
            <a:ext cx="1771792" cy="2588827"/>
            <a:chOff x="197310" y="3712226"/>
            <a:chExt cx="1771792" cy="2588827"/>
          </a:xfrm>
        </p:grpSpPr>
        <p:grpSp>
          <p:nvGrpSpPr>
            <p:cNvPr id="90" name="组合 89"/>
            <p:cNvGrpSpPr/>
            <p:nvPr/>
          </p:nvGrpSpPr>
          <p:grpSpPr>
            <a:xfrm>
              <a:off x="197310" y="3758754"/>
              <a:ext cx="1771792" cy="2542299"/>
              <a:chOff x="114408" y="3130447"/>
              <a:chExt cx="1771792" cy="2542299"/>
            </a:xfrm>
          </p:grpSpPr>
          <p:cxnSp>
            <p:nvCxnSpPr>
              <p:cNvPr id="49" name="直接连接符 48"/>
              <p:cNvCxnSpPr/>
              <p:nvPr>
                <p:custDataLst>
                  <p:tags r:id="rId1"/>
                </p:custDataLst>
              </p:nvPr>
            </p:nvCxnSpPr>
            <p:spPr>
              <a:xfrm>
                <a:off x="600061" y="5270989"/>
                <a:ext cx="947123" cy="3635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/>
              <p:cNvCxnSpPr/>
              <p:nvPr>
                <p:custDataLst>
                  <p:tags r:id="rId2"/>
                </p:custDataLst>
              </p:nvPr>
            </p:nvCxnSpPr>
            <p:spPr>
              <a:xfrm>
                <a:off x="600061" y="5213850"/>
                <a:ext cx="0" cy="11176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>
                <p:custDataLst>
                  <p:tags r:id="rId3"/>
                </p:custDataLst>
              </p:nvPr>
            </p:nvCxnSpPr>
            <p:spPr>
              <a:xfrm>
                <a:off x="1544301" y="5215109"/>
                <a:ext cx="0" cy="11176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52" name="组合 51"/>
              <p:cNvGrpSpPr/>
              <p:nvPr>
                <p:custDataLst>
                  <p:tags r:id="rId4"/>
                </p:custDataLst>
              </p:nvPr>
            </p:nvGrpSpPr>
            <p:grpSpPr>
              <a:xfrm rot="5400000">
                <a:off x="-525135" y="4016830"/>
                <a:ext cx="1894637" cy="121872"/>
                <a:chOff x="747" y="3130"/>
                <a:chExt cx="2061" cy="176"/>
              </a:xfrm>
            </p:grpSpPr>
            <p:cxnSp>
              <p:nvCxnSpPr>
                <p:cNvPr id="53" name="直接连接符 52"/>
                <p:cNvCxnSpPr/>
                <p:nvPr>
                  <p:custDataLst>
                    <p:tags r:id="rId5"/>
                  </p:custDataLst>
                </p:nvPr>
              </p:nvCxnSpPr>
              <p:spPr>
                <a:xfrm>
                  <a:off x="747" y="3218"/>
                  <a:ext cx="2061" cy="0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  <a:headEnd type="triangl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接连接符 53"/>
                <p:cNvCxnSpPr/>
                <p:nvPr>
                  <p:custDataLst>
                    <p:tags r:id="rId6"/>
                  </p:custDataLst>
                </p:nvPr>
              </p:nvCxnSpPr>
              <p:spPr>
                <a:xfrm>
                  <a:off x="747" y="3130"/>
                  <a:ext cx="0" cy="176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接连接符 54"/>
                <p:cNvCxnSpPr/>
                <p:nvPr>
                  <p:custDataLst>
                    <p:tags r:id="rId7"/>
                  </p:custDataLst>
                </p:nvPr>
              </p:nvCxnSpPr>
              <p:spPr>
                <a:xfrm>
                  <a:off x="2808" y="3130"/>
                  <a:ext cx="0" cy="176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2" name="文本框 81"/>
              <p:cNvSpPr txBox="1"/>
              <p:nvPr/>
            </p:nvSpPr>
            <p:spPr>
              <a:xfrm>
                <a:off x="422183" y="5364969"/>
                <a:ext cx="146401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400" dirty="0"/>
                  <a:t>10 </a:t>
                </a:r>
                <a:r>
                  <a:rPr lang="zh-CN" altLang="en-US" sz="1400" dirty="0"/>
                  <a:t>CM</a:t>
                </a:r>
                <a:r>
                  <a:rPr lang="en-US" altLang="zh-CN" sz="1400" dirty="0"/>
                  <a:t>/3.94 INCH</a:t>
                </a:r>
                <a:endParaRPr lang="zh-CN" altLang="en-US" sz="1400" dirty="0"/>
              </a:p>
            </p:txBody>
          </p:sp>
          <p:sp>
            <p:nvSpPr>
              <p:cNvPr id="85" name="文本框 84"/>
              <p:cNvSpPr txBox="1"/>
              <p:nvPr/>
            </p:nvSpPr>
            <p:spPr>
              <a:xfrm rot="16200000">
                <a:off x="-563315" y="3973704"/>
                <a:ext cx="1663221" cy="3077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400" dirty="0"/>
                  <a:t>20 </a:t>
                </a:r>
                <a:r>
                  <a:rPr lang="zh-CN" altLang="en-US" sz="1400" dirty="0"/>
                  <a:t>CM</a:t>
                </a:r>
                <a:r>
                  <a:rPr lang="en-US" altLang="zh-CN" sz="1400" dirty="0"/>
                  <a:t>/ 7.87 INCH</a:t>
                </a:r>
                <a:endParaRPr lang="zh-CN" altLang="en-US" sz="1400" dirty="0"/>
              </a:p>
            </p:txBody>
          </p:sp>
        </p:grpSp>
        <p:pic>
          <p:nvPicPr>
            <p:cNvPr id="94" name="图片 93"/>
            <p:cNvPicPr>
              <a:picLocks noChangeAspect="1"/>
            </p:cNvPicPr>
            <p:nvPr/>
          </p:nvPicPr>
          <p:blipFill rotWithShape="1"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558" t="51284" r="73292" b="21404"/>
            <a:stretch>
              <a:fillRect/>
            </a:stretch>
          </p:blipFill>
          <p:spPr>
            <a:xfrm>
              <a:off x="632384" y="3712226"/>
              <a:ext cx="1152524" cy="2077686"/>
            </a:xfrm>
            <a:prstGeom prst="rect">
              <a:avLst/>
            </a:prstGeom>
          </p:spPr>
        </p:pic>
      </p:grpSp>
      <p:sp>
        <p:nvSpPr>
          <p:cNvPr id="40" name="标题 7"/>
          <p:cNvSpPr txBox="1"/>
          <p:nvPr/>
        </p:nvSpPr>
        <p:spPr>
          <a:xfrm>
            <a:off x="1586863" y="279286"/>
            <a:ext cx="4025586" cy="6143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sz="4400" b="1" kern="1200">
                <a:solidFill>
                  <a:schemeClr val="accent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en-US" altLang="zh-CN" sz="3200" dirty="0">
                <a:solidFill>
                  <a:srgbClr val="995F32"/>
                </a:solidFill>
              </a:rPr>
              <a:t>PRODUCT</a:t>
            </a:r>
            <a:r>
              <a:rPr lang="en-US" altLang="zh-CN" sz="3200" dirty="0"/>
              <a:t> </a:t>
            </a:r>
            <a:r>
              <a:rPr lang="en-US" altLang="zh-CN" sz="3200" dirty="0">
                <a:solidFill>
                  <a:srgbClr val="995F32"/>
                </a:solidFill>
              </a:rPr>
              <a:t>DETAIL</a:t>
            </a:r>
            <a:endParaRPr lang="zh-CN" altLang="zh-CN" sz="3200" dirty="0">
              <a:solidFill>
                <a:srgbClr val="995F32"/>
              </a:solidFill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96679" y="799325"/>
            <a:ext cx="57377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chemeClr val="bg1">
                    <a:lumMod val="50000"/>
                  </a:schemeClr>
                </a:solidFill>
                <a:effectLst/>
                <a:latin typeface="Market Sans"/>
              </a:rPr>
              <a:t>AIRLAID NAPKINS </a:t>
            </a:r>
          </a:p>
          <a:p>
            <a:r>
              <a:rPr lang="en-US" altLang="zh-CN" b="1" i="0" dirty="0">
                <a:solidFill>
                  <a:schemeClr val="bg1">
                    <a:lumMod val="50000"/>
                  </a:schemeClr>
                </a:solidFill>
                <a:effectLst/>
                <a:latin typeface="Market Sans"/>
              </a:rPr>
              <a:t>FOLDED WITH CUTLERY POCKET ;SLEEVE,LINENALIKE</a:t>
            </a:r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27D61749-3DE3-4119-9F9C-C5FD4B68C55C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71" y="207758"/>
            <a:ext cx="1223957" cy="768338"/>
          </a:xfrm>
          <a:prstGeom prst="rect">
            <a:avLst/>
          </a:prstGeom>
        </p:spPr>
      </p:pic>
      <p:sp>
        <p:nvSpPr>
          <p:cNvPr id="3" name="文本框 10">
            <a:extLst>
              <a:ext uri="{FF2B5EF4-FFF2-40B4-BE49-F238E27FC236}">
                <a16:creationId xmlns:a16="http://schemas.microsoft.com/office/drawing/2014/main" id="{F487D477-83D0-5E22-FBA7-5B9BBE93D98B}"/>
              </a:ext>
            </a:extLst>
          </p:cNvPr>
          <p:cNvSpPr txBox="1"/>
          <p:nvPr/>
        </p:nvSpPr>
        <p:spPr>
          <a:xfrm>
            <a:off x="3134368" y="5916546"/>
            <a:ext cx="3265379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A7226"/>
                </a:solidFill>
              </a:rPr>
              <a:t>FULL OPEN</a:t>
            </a:r>
            <a:r>
              <a:rPr lang="zh-CN" altLang="en-US" b="1" dirty="0">
                <a:solidFill>
                  <a:srgbClr val="FA7226"/>
                </a:solidFill>
              </a:rPr>
              <a:t> </a:t>
            </a:r>
            <a:r>
              <a:rPr lang="en-US" altLang="zh-CN" b="1" dirty="0">
                <a:solidFill>
                  <a:srgbClr val="FA7226"/>
                </a:solidFill>
              </a:rPr>
              <a:t>:</a:t>
            </a:r>
            <a:r>
              <a:rPr lang="zh-CN" altLang="en-US" dirty="0">
                <a:solidFill>
                  <a:srgbClr val="FA7226"/>
                </a:solidFill>
              </a:rPr>
              <a:t>    </a:t>
            </a:r>
            <a:endParaRPr lang="en-US" altLang="zh-CN" dirty="0">
              <a:solidFill>
                <a:srgbClr val="FA7226"/>
              </a:solidFill>
            </a:endParaRPr>
          </a:p>
          <a:p>
            <a:r>
              <a:rPr lang="en-US" altLang="zh-CN" sz="1400" dirty="0"/>
              <a:t>40</a:t>
            </a:r>
            <a:r>
              <a:rPr lang="zh-CN" altLang="en-US" sz="1400" dirty="0"/>
              <a:t> X </a:t>
            </a:r>
            <a:r>
              <a:rPr lang="en-US" altLang="zh-CN" sz="1400" dirty="0"/>
              <a:t>40</a:t>
            </a:r>
            <a:r>
              <a:rPr lang="zh-CN" altLang="en-US" sz="1400" dirty="0"/>
              <a:t>CM </a:t>
            </a:r>
            <a:r>
              <a:rPr lang="en-US" altLang="zh-CN" sz="1400" dirty="0"/>
              <a:t>/ 15.75 </a:t>
            </a:r>
            <a:r>
              <a:rPr lang="zh-CN" altLang="en-US" sz="1400" dirty="0"/>
              <a:t>X </a:t>
            </a:r>
            <a:r>
              <a:rPr lang="en-US" altLang="zh-CN" sz="1400" dirty="0"/>
              <a:t>15.75 INCH</a:t>
            </a:r>
          </a:p>
          <a:p>
            <a:r>
              <a:rPr lang="en-US" altLang="zh-CN" sz="1400" kern="100" dirty="0">
                <a:solidFill>
                  <a:schemeClr val="tx1">
                    <a:lumMod val="95000"/>
                    <a:lumOff val="5000"/>
                  </a:schemeClr>
                </a:solidFill>
                <a:cs typeface="Times New Roman" panose="02020603050405020304" pitchFamily="18" charset="0"/>
              </a:rPr>
              <a:t>Providing ample coverage for most spills, </a:t>
            </a:r>
          </a:p>
          <a:p>
            <a:r>
              <a:rPr lang="en-US" altLang="zh-CN" sz="1400" kern="100" dirty="0">
                <a:solidFill>
                  <a:schemeClr val="tx1">
                    <a:lumMod val="95000"/>
                    <a:lumOff val="5000"/>
                  </a:schemeClr>
                </a:solidFill>
                <a:cs typeface="Times New Roman" panose="02020603050405020304" pitchFamily="18" charset="0"/>
              </a:rPr>
              <a:t>or messy meals</a:t>
            </a:r>
            <a:r>
              <a:rPr lang="en-US" altLang="zh-CN" sz="1400" dirty="0"/>
              <a:t> </a:t>
            </a:r>
            <a:endParaRPr lang="zh-CN" altLang="en-US" sz="1400" dirty="0"/>
          </a:p>
          <a:p>
            <a:pPr algn="ctr"/>
            <a:endParaRPr lang="zh-CN" alt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3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椭圆 23"/>
          <p:cNvSpPr/>
          <p:nvPr/>
        </p:nvSpPr>
        <p:spPr>
          <a:xfrm>
            <a:off x="4115304" y="1044754"/>
            <a:ext cx="1931842" cy="19318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935290" y="3198004"/>
            <a:ext cx="2187139" cy="2187139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>
            <p:custDataLst>
              <p:tags r:id="rId1"/>
            </p:custDataLst>
          </p:nvPr>
        </p:nvCxnSpPr>
        <p:spPr>
          <a:xfrm>
            <a:off x="1259779" y="5041130"/>
            <a:ext cx="1347995" cy="407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>
            <p:custDataLst>
              <p:tags r:id="rId2"/>
            </p:custDataLst>
          </p:nvPr>
        </p:nvCxnSpPr>
        <p:spPr>
          <a:xfrm>
            <a:off x="1259779" y="4987321"/>
            <a:ext cx="0" cy="10761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3"/>
            </p:custDataLst>
          </p:nvPr>
        </p:nvCxnSpPr>
        <p:spPr>
          <a:xfrm>
            <a:off x="2607774" y="4987321"/>
            <a:ext cx="0" cy="10761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>
            <p:custDataLst>
              <p:tags r:id="rId4"/>
            </p:custDataLst>
          </p:nvPr>
        </p:nvGrpSpPr>
        <p:grpSpPr>
          <a:xfrm rot="5400000">
            <a:off x="-380151" y="3479180"/>
            <a:ext cx="2702752" cy="173455"/>
            <a:chOff x="747" y="3130"/>
            <a:chExt cx="2061" cy="176"/>
          </a:xfrm>
        </p:grpSpPr>
        <p:cxnSp>
          <p:nvCxnSpPr>
            <p:cNvPr id="27" name="直接连接符 26"/>
            <p:cNvCxnSpPr/>
            <p:nvPr>
              <p:custDataLst>
                <p:tags r:id="rId5"/>
              </p:custDataLst>
            </p:nvPr>
          </p:nvCxnSpPr>
          <p:spPr>
            <a:xfrm>
              <a:off x="747" y="3218"/>
              <a:ext cx="2061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>
              <p:custDataLst>
                <p:tags r:id="rId6"/>
              </p:custDataLst>
            </p:nvPr>
          </p:nvCxnSpPr>
          <p:spPr>
            <a:xfrm>
              <a:off x="747" y="3130"/>
              <a:ext cx="0" cy="176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7"/>
              </p:custDataLst>
            </p:nvPr>
          </p:nvCxnSpPr>
          <p:spPr>
            <a:xfrm>
              <a:off x="2808" y="3130"/>
              <a:ext cx="0" cy="176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31" name="文本框 30"/>
          <p:cNvSpPr txBox="1"/>
          <p:nvPr/>
        </p:nvSpPr>
        <p:spPr>
          <a:xfrm>
            <a:off x="1193078" y="5054236"/>
            <a:ext cx="14813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/>
              <a:t>10 </a:t>
            </a:r>
            <a:r>
              <a:rPr lang="zh-CN" altLang="en-US" sz="1400" dirty="0"/>
              <a:t>CM</a:t>
            </a:r>
            <a:r>
              <a:rPr lang="en-US" altLang="zh-CN" sz="1400" dirty="0"/>
              <a:t>/ 3.94 INCH</a:t>
            </a:r>
            <a:endParaRPr lang="zh-CN" altLang="en-US" sz="1400" dirty="0"/>
          </a:p>
        </p:txBody>
      </p:sp>
      <p:sp>
        <p:nvSpPr>
          <p:cNvPr id="32" name="文本框 31"/>
          <p:cNvSpPr txBox="1"/>
          <p:nvPr/>
        </p:nvSpPr>
        <p:spPr>
          <a:xfrm rot="16200000">
            <a:off x="-68840" y="3383121"/>
            <a:ext cx="17875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/>
              <a:t>20 </a:t>
            </a:r>
            <a:r>
              <a:rPr lang="zh-CN" altLang="en-US" sz="1400" dirty="0"/>
              <a:t>CM</a:t>
            </a:r>
            <a:r>
              <a:rPr lang="en-US" altLang="zh-CN" sz="1400" dirty="0"/>
              <a:t>/ 7.87 INCH</a:t>
            </a:r>
            <a:endParaRPr lang="zh-CN" altLang="en-US" sz="1400" dirty="0"/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402" y="2211991"/>
            <a:ext cx="1347995" cy="26959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227" y="280606"/>
            <a:ext cx="1347995" cy="26959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7" name="椭圆 46"/>
          <p:cNvSpPr/>
          <p:nvPr/>
        </p:nvSpPr>
        <p:spPr>
          <a:xfrm>
            <a:off x="4115304" y="4363804"/>
            <a:ext cx="1931842" cy="19318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227" y="3599656"/>
            <a:ext cx="1347995" cy="26959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" name="文本框 55"/>
          <p:cNvSpPr txBox="1"/>
          <p:nvPr/>
        </p:nvSpPr>
        <p:spPr>
          <a:xfrm>
            <a:off x="671059" y="920685"/>
            <a:ext cx="3417457" cy="1076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en-US" altLang="zh-CN" sz="2000" b="1" dirty="0">
                <a:solidFill>
                  <a:srgbClr val="995F32"/>
                </a:solidFill>
              </a:rPr>
              <a:t>SET OF 3,</a:t>
            </a:r>
          </a:p>
          <a:p>
            <a:pPr>
              <a:lnSpc>
                <a:spcPts val="2600"/>
              </a:lnSpc>
            </a:pPr>
            <a:r>
              <a:rPr lang="en-US" altLang="zh-CN" sz="2000" b="1" dirty="0">
                <a:solidFill>
                  <a:srgbClr val="995F32"/>
                </a:solidFill>
              </a:rPr>
              <a:t>DISPOSABLE DINNER NAPKINS </a:t>
            </a:r>
          </a:p>
          <a:p>
            <a:pPr>
              <a:lnSpc>
                <a:spcPts val="2600"/>
              </a:lnSpc>
            </a:pPr>
            <a:r>
              <a:rPr lang="en-US" altLang="zh-CN" sz="2000" b="1" dirty="0">
                <a:solidFill>
                  <a:srgbClr val="995F32"/>
                </a:solidFill>
              </a:rPr>
              <a:t>POCKET FOR FLATWARE </a:t>
            </a:r>
            <a:endParaRPr lang="zh-CN" altLang="en-US" sz="2000" dirty="0">
              <a:solidFill>
                <a:srgbClr val="995F32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863625" y="5518292"/>
            <a:ext cx="251744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 err="1">
                <a:solidFill>
                  <a:schemeClr val="bg1">
                    <a:lumMod val="50000"/>
                  </a:schemeClr>
                </a:solidFill>
              </a:rPr>
              <a:t>Elegant,Modern</a:t>
            </a: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</a:rPr>
              <a:t> look</a:t>
            </a:r>
          </a:p>
          <a:p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</a:rPr>
              <a:t>Multi purpose</a:t>
            </a:r>
          </a:p>
          <a:p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</a:rPr>
              <a:t>Perfect size</a:t>
            </a:r>
          </a:p>
          <a:p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</a:rPr>
              <a:t>Disposable convenience</a:t>
            </a:r>
            <a:endParaRPr lang="en-US" altLang="zh-CN" sz="1800" dirty="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8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91929F5-A1AA-4E1B-989E-A35DA7FCEBD0}"/>
              </a:ext>
            </a:extLst>
          </p:cNvPr>
          <p:cNvSpPr txBox="1"/>
          <p:nvPr/>
        </p:nvSpPr>
        <p:spPr>
          <a:xfrm>
            <a:off x="1430189" y="5285063"/>
            <a:ext cx="11604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PKA-A2413</a:t>
            </a:r>
            <a:endParaRPr lang="zh-CN" altLang="en-US" sz="14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0EB2FF3-44D6-4E6F-86D7-FEC7740B68EE}"/>
              </a:ext>
            </a:extLst>
          </p:cNvPr>
          <p:cNvSpPr txBox="1"/>
          <p:nvPr/>
        </p:nvSpPr>
        <p:spPr>
          <a:xfrm>
            <a:off x="4584917" y="3188351"/>
            <a:ext cx="11604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PKA-A2413</a:t>
            </a:r>
            <a:endParaRPr lang="zh-CN" altLang="en-US" sz="14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984D379-10B0-4410-9C97-66DE31DCAF8C}"/>
              </a:ext>
            </a:extLst>
          </p:cNvPr>
          <p:cNvSpPr txBox="1"/>
          <p:nvPr/>
        </p:nvSpPr>
        <p:spPr>
          <a:xfrm>
            <a:off x="4702034" y="6493785"/>
            <a:ext cx="11604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PKA-A2413</a:t>
            </a:r>
            <a:endParaRPr lang="zh-CN" altLang="en-US" sz="1400" dirty="0"/>
          </a:p>
        </p:txBody>
      </p:sp>
      <p:pic>
        <p:nvPicPr>
          <p:cNvPr id="2" name="图片 2">
            <a:extLst>
              <a:ext uri="{FF2B5EF4-FFF2-40B4-BE49-F238E27FC236}">
                <a16:creationId xmlns:a16="http://schemas.microsoft.com/office/drawing/2014/main" id="{8DA47AEC-DD03-D9EA-4E7A-5A38670FEE9B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311" y="213729"/>
            <a:ext cx="1223957" cy="7683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-1"/>
            <a:ext cx="7199314" cy="7199314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69" b="4549"/>
          <a:stretch>
            <a:fillRect/>
          </a:stretch>
        </p:blipFill>
        <p:spPr>
          <a:xfrm>
            <a:off x="-8793" y="2027103"/>
            <a:ext cx="7208106" cy="359645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357275" y="278153"/>
            <a:ext cx="55646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altLang="zh-CN" sz="3200" b="1" dirty="0">
                <a:solidFill>
                  <a:srgbClr val="995F32"/>
                </a:solidFill>
              </a:rPr>
              <a:t>DISPOSABLE DINNER NAPKINS POCKET FOR FLATWARE </a:t>
            </a:r>
            <a:endParaRPr lang="zh-CN" altLang="en-US" sz="3200" dirty="0">
              <a:solidFill>
                <a:srgbClr val="995F32"/>
              </a:solidFill>
            </a:endParaRPr>
          </a:p>
        </p:txBody>
      </p:sp>
      <p:sp>
        <p:nvSpPr>
          <p:cNvPr id="16" name="标题 3"/>
          <p:cNvSpPr txBox="1"/>
          <p:nvPr/>
        </p:nvSpPr>
        <p:spPr>
          <a:xfrm>
            <a:off x="410465" y="5623553"/>
            <a:ext cx="6369590" cy="67067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13677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97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dirty="0">
                <a:solidFill>
                  <a:srgbClr val="70330A"/>
                </a:solidFill>
                <a:latin typeface="Lucida Handwriting" panose="03010101010101010101" pitchFamily="66" charset="0"/>
                <a:ea typeface="等线" panose="02010600030101010101" pitchFamily="2" charset="-122"/>
              </a:rPr>
              <a:t>Cutlery Pocket Napkin</a:t>
            </a:r>
            <a:endParaRPr lang="zh-CN" altLang="en-US" sz="2400" dirty="0">
              <a:solidFill>
                <a:srgbClr val="70330A"/>
              </a:solidFill>
              <a:latin typeface="Lucida Handwriting" panose="03010101010101010101" pitchFamily="66" charset="0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0037" y="2922157"/>
            <a:ext cx="1070235" cy="214047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378" y="2919659"/>
            <a:ext cx="1070235" cy="214047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7869" y="2777132"/>
            <a:ext cx="686918" cy="812650"/>
          </a:xfrm>
          <a:prstGeom prst="rect">
            <a:avLst/>
          </a:prstGeom>
          <a:ln>
            <a:noFill/>
          </a:ln>
          <a:effectLst>
            <a:outerShdw blurRad="76200" dist="25400" dir="21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F666C40-D03F-43CE-8C7C-8A2FBD4371E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71" y="299199"/>
            <a:ext cx="1223957" cy="768338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234729DD-CFE3-4DAC-A49A-C987419AD12C}"/>
              </a:ext>
            </a:extLst>
          </p:cNvPr>
          <p:cNvSpPr txBox="1"/>
          <p:nvPr/>
        </p:nvSpPr>
        <p:spPr>
          <a:xfrm>
            <a:off x="1101285" y="5204893"/>
            <a:ext cx="11604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PKA-A2413</a:t>
            </a:r>
            <a:endParaRPr lang="zh-CN" altLang="en-US" sz="1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5477C16-37B8-4C4E-9FCF-407CE39E7D90}"/>
              </a:ext>
            </a:extLst>
          </p:cNvPr>
          <p:cNvSpPr txBox="1"/>
          <p:nvPr/>
        </p:nvSpPr>
        <p:spPr>
          <a:xfrm>
            <a:off x="3559367" y="5204892"/>
            <a:ext cx="11604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PKA-A2413</a:t>
            </a:r>
            <a:endParaRPr lang="zh-CN" altLang="en-US" sz="14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121</TotalTime>
  <Words>278</Words>
  <Application>Microsoft Macintosh PowerPoint</Application>
  <PresentationFormat>Custom</PresentationFormat>
  <Paragraphs>68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等线</vt:lpstr>
      <vt:lpstr>Market Sans</vt:lpstr>
      <vt:lpstr>Microsoft YaHei UI Light</vt:lpstr>
      <vt:lpstr>Arial</vt:lpstr>
      <vt:lpstr>Calibri</vt:lpstr>
      <vt:lpstr>Calibri Light</vt:lpstr>
      <vt:lpstr>Lucida Handwriting</vt:lpstr>
      <vt:lpstr>Open Sans</vt:lpstr>
      <vt:lpstr>Times New Roman</vt:lpstr>
      <vt:lpstr>Wingdings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fangfang deng</dc:creator>
  <cp:lastModifiedBy>Winfred Wang</cp:lastModifiedBy>
  <cp:revision>134</cp:revision>
  <dcterms:created xsi:type="dcterms:W3CDTF">2025-01-16T08:31:00Z</dcterms:created>
  <dcterms:modified xsi:type="dcterms:W3CDTF">2025-07-08T03:18:02Z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739490FBF3A74C298417A49FE9071747_12</vt:lpwstr>
  </property>
  <property fmtid="{D5CDD505-2E9C-101B-9397-08002B2CF9AE}" pid="3" name="KSOProductBuildVer">
    <vt:lpwstr>2052-12.1.0.21171</vt:lpwstr>
  </property>
</Properties>
</file>